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ubik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8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67">
          <p15:clr>
            <a:srgbClr val="747775"/>
          </p15:clr>
        </p15:guide>
        <p15:guide id="4" orient="horz" pos="72">
          <p15:clr>
            <a:srgbClr val="747775"/>
          </p15:clr>
        </p15:guide>
        <p15:guide id="5" orient="horz" pos="924">
          <p15:clr>
            <a:srgbClr val="747775"/>
          </p15:clr>
        </p15:guide>
        <p15:guide id="6" orient="horz" pos="162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tsTRcXHjQyplVAeSpyeKxX/ws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8" orient="horz"/>
        <p:guide pos="2880"/>
        <p:guide pos="2867" orient="horz"/>
        <p:guide pos="72" orient="horz"/>
        <p:guide pos="924" orient="horz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ubik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ubi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ubik-boldItalic.fntdata"/><Relationship Id="rId30" Type="http://schemas.openxmlformats.org/officeDocument/2006/relationships/font" Target="fonts/Rubik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Title page (black)">
  <p:cSld name="2025_Conference_Title page (black)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3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3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3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3"/>
          <p:cNvSpPr txBox="1"/>
          <p:nvPr>
            <p:ph type="title"/>
          </p:nvPr>
        </p:nvSpPr>
        <p:spPr>
          <a:xfrm>
            <a:off x="252575" y="627725"/>
            <a:ext cx="8640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3" type="title"/>
          </p:nvPr>
        </p:nvSpPr>
        <p:spPr>
          <a:xfrm>
            <a:off x="248325" y="1286275"/>
            <a:ext cx="86409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3 points">
  <p:cSld name="2025_Conference_3 poin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4"/>
          <p:cNvSpPr/>
          <p:nvPr>
            <p:ph idx="2" type="pic"/>
          </p:nvPr>
        </p:nvSpPr>
        <p:spPr>
          <a:xfrm>
            <a:off x="252575" y="245915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24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idx="3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25" name="Google Shape;25;p24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26" name="Google Shape;26;p24"/>
          <p:cNvSpPr txBox="1"/>
          <p:nvPr>
            <p:ph idx="5" type="body"/>
          </p:nvPr>
        </p:nvSpPr>
        <p:spPr>
          <a:xfrm>
            <a:off x="248325" y="1293675"/>
            <a:ext cx="2775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7" name="Google Shape;27;p24"/>
          <p:cNvSpPr/>
          <p:nvPr>
            <p:ph idx="6" type="pic"/>
          </p:nvPr>
        </p:nvSpPr>
        <p:spPr>
          <a:xfrm>
            <a:off x="3184050" y="245915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24"/>
          <p:cNvSpPr/>
          <p:nvPr>
            <p:ph idx="7" type="pic"/>
          </p:nvPr>
        </p:nvSpPr>
        <p:spPr>
          <a:xfrm>
            <a:off x="6119775" y="245915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4"/>
          <p:cNvSpPr txBox="1"/>
          <p:nvPr>
            <p:ph idx="8" type="body"/>
          </p:nvPr>
        </p:nvSpPr>
        <p:spPr>
          <a:xfrm>
            <a:off x="248325" y="1689487"/>
            <a:ext cx="2774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9" type="body"/>
          </p:nvPr>
        </p:nvSpPr>
        <p:spPr>
          <a:xfrm>
            <a:off x="3189875" y="1286275"/>
            <a:ext cx="2775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24"/>
          <p:cNvSpPr txBox="1"/>
          <p:nvPr>
            <p:ph idx="13" type="body"/>
          </p:nvPr>
        </p:nvSpPr>
        <p:spPr>
          <a:xfrm>
            <a:off x="3188435" y="1673850"/>
            <a:ext cx="2774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" name="Google Shape;32;p24"/>
          <p:cNvSpPr txBox="1"/>
          <p:nvPr>
            <p:ph idx="14" type="body"/>
          </p:nvPr>
        </p:nvSpPr>
        <p:spPr>
          <a:xfrm>
            <a:off x="6119775" y="1286300"/>
            <a:ext cx="2775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3" name="Google Shape;33;p24"/>
          <p:cNvSpPr txBox="1"/>
          <p:nvPr>
            <p:ph idx="15" type="body"/>
          </p:nvPr>
        </p:nvSpPr>
        <p:spPr>
          <a:xfrm>
            <a:off x="6116900" y="1673903"/>
            <a:ext cx="2774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2 columns + images">
  <p:cSld name="2025_Conference_2 columns + imag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2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62"/>
          <p:cNvSpPr/>
          <p:nvPr>
            <p:ph idx="2" type="pic"/>
          </p:nvPr>
        </p:nvSpPr>
        <p:spPr>
          <a:xfrm>
            <a:off x="4167175" y="1293675"/>
            <a:ext cx="47241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62"/>
          <p:cNvSpPr/>
          <p:nvPr>
            <p:ph idx="3" type="pic"/>
          </p:nvPr>
        </p:nvSpPr>
        <p:spPr>
          <a:xfrm>
            <a:off x="4167175" y="2875383"/>
            <a:ext cx="47241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2"/>
          <p:cNvSpPr txBox="1"/>
          <p:nvPr>
            <p:ph idx="1" type="body"/>
          </p:nvPr>
        </p:nvSpPr>
        <p:spPr>
          <a:xfrm>
            <a:off x="250225" y="129367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9" name="Google Shape;39;p62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62"/>
          <p:cNvSpPr txBox="1"/>
          <p:nvPr>
            <p:ph idx="4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2"/>
          <p:cNvSpPr txBox="1"/>
          <p:nvPr>
            <p:ph idx="5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42" name="Google Shape;42;p62"/>
          <p:cNvSpPr txBox="1"/>
          <p:nvPr>
            <p:ph idx="6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43" name="Google Shape;43;p62"/>
          <p:cNvSpPr txBox="1"/>
          <p:nvPr>
            <p:ph idx="7" type="subTitle"/>
          </p:nvPr>
        </p:nvSpPr>
        <p:spPr>
          <a:xfrm>
            <a:off x="2525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44" name="Google Shape;44;p62"/>
          <p:cNvSpPr txBox="1"/>
          <p:nvPr>
            <p:ph idx="8" type="body"/>
          </p:nvPr>
        </p:nvSpPr>
        <p:spPr>
          <a:xfrm>
            <a:off x="2212550" y="129367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5" name="Google Shape;45;p62"/>
          <p:cNvSpPr txBox="1"/>
          <p:nvPr>
            <p:ph idx="9" type="subTitle"/>
          </p:nvPr>
        </p:nvSpPr>
        <p:spPr>
          <a:xfrm>
            <a:off x="2212550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Right column + image">
  <p:cSld name="2025_Conference_Right column + imag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3"/>
          <p:cNvSpPr/>
          <p:nvPr>
            <p:ph idx="2" type="pic"/>
          </p:nvPr>
        </p:nvSpPr>
        <p:spPr>
          <a:xfrm>
            <a:off x="4167175" y="2571750"/>
            <a:ext cx="4724100" cy="17715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63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63"/>
          <p:cNvSpPr txBox="1"/>
          <p:nvPr>
            <p:ph idx="3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" name="Google Shape;51;p63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52" name="Google Shape;52;p63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53" name="Google Shape;53;p63"/>
          <p:cNvSpPr txBox="1"/>
          <p:nvPr>
            <p:ph idx="5" type="body"/>
          </p:nvPr>
        </p:nvSpPr>
        <p:spPr>
          <a:xfrm>
            <a:off x="4167175" y="1293675"/>
            <a:ext cx="47241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4" name="Google Shape;54;p63"/>
          <p:cNvSpPr txBox="1"/>
          <p:nvPr>
            <p:ph idx="6" type="subTitle"/>
          </p:nvPr>
        </p:nvSpPr>
        <p:spPr>
          <a:xfrm>
            <a:off x="41671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Wide column + 2 columns + image">
  <p:cSld name="2025_Conference_Wide column + 2 columns + imag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4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4"/>
          <p:cNvSpPr/>
          <p:nvPr>
            <p:ph idx="2" type="pic"/>
          </p:nvPr>
        </p:nvSpPr>
        <p:spPr>
          <a:xfrm>
            <a:off x="3189875" y="1286300"/>
            <a:ext cx="5701500" cy="19941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64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4"/>
          <p:cNvSpPr txBox="1"/>
          <p:nvPr>
            <p:ph idx="3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64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61" name="Google Shape;61;p64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62" name="Google Shape;62;p64"/>
          <p:cNvSpPr txBox="1"/>
          <p:nvPr>
            <p:ph idx="5" type="body"/>
          </p:nvPr>
        </p:nvSpPr>
        <p:spPr>
          <a:xfrm>
            <a:off x="252575" y="1293675"/>
            <a:ext cx="27717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3" name="Google Shape;63;p64"/>
          <p:cNvSpPr txBox="1"/>
          <p:nvPr>
            <p:ph idx="6" type="subTitle"/>
          </p:nvPr>
        </p:nvSpPr>
        <p:spPr>
          <a:xfrm>
            <a:off x="2525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64" name="Google Shape;64;p64"/>
          <p:cNvSpPr txBox="1"/>
          <p:nvPr>
            <p:ph idx="7" type="body"/>
          </p:nvPr>
        </p:nvSpPr>
        <p:spPr>
          <a:xfrm>
            <a:off x="3189875" y="3569425"/>
            <a:ext cx="27717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5" name="Google Shape;65;p64"/>
          <p:cNvSpPr txBox="1"/>
          <p:nvPr>
            <p:ph idx="8" type="subTitle"/>
          </p:nvPr>
        </p:nvSpPr>
        <p:spPr>
          <a:xfrm>
            <a:off x="3192225" y="345572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66" name="Google Shape;66;p64"/>
          <p:cNvSpPr txBox="1"/>
          <p:nvPr>
            <p:ph idx="9" type="subTitle"/>
          </p:nvPr>
        </p:nvSpPr>
        <p:spPr>
          <a:xfrm>
            <a:off x="6121825" y="345572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67" name="Google Shape;67;p64"/>
          <p:cNvSpPr txBox="1"/>
          <p:nvPr>
            <p:ph idx="13" type="body"/>
          </p:nvPr>
        </p:nvSpPr>
        <p:spPr>
          <a:xfrm>
            <a:off x="6121825" y="3569425"/>
            <a:ext cx="27717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Blank">
  <p:cSld name="2025_Conference_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5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65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65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65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73" name="Google Shape;73;p65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3 points + bullets">
  <p:cSld name="2025_Conference_3 points + bulle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6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66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66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66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79" name="Google Shape;79;p66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80" name="Google Shape;80;p66"/>
          <p:cNvSpPr txBox="1"/>
          <p:nvPr>
            <p:ph idx="4" type="body"/>
          </p:nvPr>
        </p:nvSpPr>
        <p:spPr>
          <a:xfrm>
            <a:off x="248325" y="1293675"/>
            <a:ext cx="2775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81" name="Google Shape;81;p66"/>
          <p:cNvSpPr txBox="1"/>
          <p:nvPr>
            <p:ph idx="5" type="body"/>
          </p:nvPr>
        </p:nvSpPr>
        <p:spPr>
          <a:xfrm>
            <a:off x="248325" y="1689487"/>
            <a:ext cx="2774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82" name="Google Shape;82;p66"/>
          <p:cNvSpPr txBox="1"/>
          <p:nvPr>
            <p:ph idx="6" type="body"/>
          </p:nvPr>
        </p:nvSpPr>
        <p:spPr>
          <a:xfrm>
            <a:off x="86393" y="2403163"/>
            <a:ext cx="2774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66"/>
          <p:cNvSpPr txBox="1"/>
          <p:nvPr>
            <p:ph idx="7" type="body"/>
          </p:nvPr>
        </p:nvSpPr>
        <p:spPr>
          <a:xfrm>
            <a:off x="3186662" y="1293675"/>
            <a:ext cx="2775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84" name="Google Shape;84;p66"/>
          <p:cNvSpPr txBox="1"/>
          <p:nvPr>
            <p:ph idx="8" type="body"/>
          </p:nvPr>
        </p:nvSpPr>
        <p:spPr>
          <a:xfrm>
            <a:off x="3186662" y="1689487"/>
            <a:ext cx="2774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85" name="Google Shape;85;p66"/>
          <p:cNvSpPr txBox="1"/>
          <p:nvPr>
            <p:ph idx="9" type="body"/>
          </p:nvPr>
        </p:nvSpPr>
        <p:spPr>
          <a:xfrm>
            <a:off x="3027026" y="2403163"/>
            <a:ext cx="2774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6" name="Google Shape;86;p66"/>
          <p:cNvSpPr txBox="1"/>
          <p:nvPr>
            <p:ph idx="13" type="body"/>
          </p:nvPr>
        </p:nvSpPr>
        <p:spPr>
          <a:xfrm>
            <a:off x="6126442" y="1286300"/>
            <a:ext cx="2775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87" name="Google Shape;87;p66"/>
          <p:cNvSpPr txBox="1"/>
          <p:nvPr>
            <p:ph idx="14" type="body"/>
          </p:nvPr>
        </p:nvSpPr>
        <p:spPr>
          <a:xfrm>
            <a:off x="6126442" y="1682112"/>
            <a:ext cx="2774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88" name="Google Shape;88;p66"/>
          <p:cNvSpPr txBox="1"/>
          <p:nvPr>
            <p:ph idx="15" type="body"/>
          </p:nvPr>
        </p:nvSpPr>
        <p:spPr>
          <a:xfrm>
            <a:off x="5966806" y="2395788"/>
            <a:ext cx="2774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3 Highlights">
  <p:cSld name="2025_Conference_3 Highligh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7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67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67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67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94" name="Google Shape;94;p67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95" name="Google Shape;95;p67"/>
          <p:cNvSpPr txBox="1"/>
          <p:nvPr>
            <p:ph idx="4" type="body"/>
          </p:nvPr>
        </p:nvSpPr>
        <p:spPr>
          <a:xfrm>
            <a:off x="252575" y="1210105"/>
            <a:ext cx="277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5334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6" name="Google Shape;96;p67"/>
          <p:cNvSpPr txBox="1"/>
          <p:nvPr>
            <p:ph idx="5" type="body"/>
          </p:nvPr>
        </p:nvSpPr>
        <p:spPr>
          <a:xfrm>
            <a:off x="252575" y="2061780"/>
            <a:ext cx="277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7" name="Google Shape;97;p67"/>
          <p:cNvSpPr txBox="1"/>
          <p:nvPr>
            <p:ph idx="6" type="subTitle"/>
          </p:nvPr>
        </p:nvSpPr>
        <p:spPr>
          <a:xfrm>
            <a:off x="248325" y="1944750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98" name="Google Shape;98;p67"/>
          <p:cNvSpPr txBox="1"/>
          <p:nvPr>
            <p:ph idx="7" type="body"/>
          </p:nvPr>
        </p:nvSpPr>
        <p:spPr>
          <a:xfrm>
            <a:off x="3186925" y="1210105"/>
            <a:ext cx="277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5334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9" name="Google Shape;99;p67"/>
          <p:cNvSpPr txBox="1"/>
          <p:nvPr>
            <p:ph idx="8" type="body"/>
          </p:nvPr>
        </p:nvSpPr>
        <p:spPr>
          <a:xfrm>
            <a:off x="3186925" y="2061780"/>
            <a:ext cx="277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0" name="Google Shape;100;p67"/>
          <p:cNvSpPr txBox="1"/>
          <p:nvPr>
            <p:ph idx="9" type="subTitle"/>
          </p:nvPr>
        </p:nvSpPr>
        <p:spPr>
          <a:xfrm>
            <a:off x="3182675" y="1944750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101" name="Google Shape;101;p67"/>
          <p:cNvSpPr txBox="1"/>
          <p:nvPr>
            <p:ph idx="13" type="body"/>
          </p:nvPr>
        </p:nvSpPr>
        <p:spPr>
          <a:xfrm>
            <a:off x="6121275" y="1210105"/>
            <a:ext cx="277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5334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2" name="Google Shape;102;p67"/>
          <p:cNvSpPr txBox="1"/>
          <p:nvPr>
            <p:ph idx="14" type="body"/>
          </p:nvPr>
        </p:nvSpPr>
        <p:spPr>
          <a:xfrm>
            <a:off x="6121275" y="2061780"/>
            <a:ext cx="277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3" name="Google Shape;103;p67"/>
          <p:cNvSpPr txBox="1"/>
          <p:nvPr>
            <p:ph idx="15" type="subTitle"/>
          </p:nvPr>
        </p:nvSpPr>
        <p:spPr>
          <a:xfrm>
            <a:off x="6117025" y="1944750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104" name="Google Shape;104;p67"/>
          <p:cNvSpPr/>
          <p:nvPr>
            <p:ph idx="16" type="pic"/>
          </p:nvPr>
        </p:nvSpPr>
        <p:spPr>
          <a:xfrm>
            <a:off x="3184050" y="272415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67"/>
          <p:cNvSpPr/>
          <p:nvPr>
            <p:ph idx="17" type="pic"/>
          </p:nvPr>
        </p:nvSpPr>
        <p:spPr>
          <a:xfrm>
            <a:off x="252575" y="272415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67"/>
          <p:cNvSpPr/>
          <p:nvPr>
            <p:ph idx="18" type="pic"/>
          </p:nvPr>
        </p:nvSpPr>
        <p:spPr>
          <a:xfrm>
            <a:off x="6119775" y="2724150"/>
            <a:ext cx="2775900" cy="1467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3 columns alt">
  <p:cSld name="2025_Conference_3 columns al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8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68"/>
          <p:cNvSpPr/>
          <p:nvPr>
            <p:ph idx="2" type="pic"/>
          </p:nvPr>
        </p:nvSpPr>
        <p:spPr>
          <a:xfrm>
            <a:off x="252575" y="128630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68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68"/>
          <p:cNvSpPr txBox="1"/>
          <p:nvPr>
            <p:ph idx="3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68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113" name="Google Shape;113;p68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114" name="Google Shape;114;p68"/>
          <p:cNvSpPr txBox="1"/>
          <p:nvPr>
            <p:ph idx="5" type="body"/>
          </p:nvPr>
        </p:nvSpPr>
        <p:spPr>
          <a:xfrm>
            <a:off x="248325" y="28657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5" name="Google Shape;115;p68"/>
          <p:cNvSpPr txBox="1"/>
          <p:nvPr>
            <p:ph idx="6" type="subTitle"/>
          </p:nvPr>
        </p:nvSpPr>
        <p:spPr>
          <a:xfrm>
            <a:off x="248325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116" name="Google Shape;116;p68"/>
          <p:cNvSpPr txBox="1"/>
          <p:nvPr>
            <p:ph idx="7" type="body"/>
          </p:nvPr>
        </p:nvSpPr>
        <p:spPr>
          <a:xfrm>
            <a:off x="3184050" y="28657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7" name="Google Shape;117;p68"/>
          <p:cNvSpPr txBox="1"/>
          <p:nvPr>
            <p:ph idx="8" type="subTitle"/>
          </p:nvPr>
        </p:nvSpPr>
        <p:spPr>
          <a:xfrm>
            <a:off x="3184050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118" name="Google Shape;118;p68"/>
          <p:cNvSpPr txBox="1"/>
          <p:nvPr>
            <p:ph idx="9" type="body"/>
          </p:nvPr>
        </p:nvSpPr>
        <p:spPr>
          <a:xfrm>
            <a:off x="6119775" y="28657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68"/>
          <p:cNvSpPr txBox="1"/>
          <p:nvPr>
            <p:ph idx="13" type="subTitle"/>
          </p:nvPr>
        </p:nvSpPr>
        <p:spPr>
          <a:xfrm>
            <a:off x="6119775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  <a:defRPr sz="550"/>
            </a:lvl9pPr>
          </a:lstStyle>
          <a:p/>
        </p:txBody>
      </p:sp>
      <p:sp>
        <p:nvSpPr>
          <p:cNvPr id="120" name="Google Shape;120;p68"/>
          <p:cNvSpPr/>
          <p:nvPr>
            <p:ph idx="14" type="pic"/>
          </p:nvPr>
        </p:nvSpPr>
        <p:spPr>
          <a:xfrm>
            <a:off x="3184050" y="128630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8"/>
          <p:cNvSpPr/>
          <p:nvPr>
            <p:ph idx="15" type="pic"/>
          </p:nvPr>
        </p:nvSpPr>
        <p:spPr>
          <a:xfrm>
            <a:off x="6119775" y="1286300"/>
            <a:ext cx="2775900" cy="1467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Full image">
  <p:cSld name="2025_Conference_Full imag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69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69"/>
          <p:cNvSpPr txBox="1"/>
          <p:nvPr/>
        </p:nvSpPr>
        <p:spPr>
          <a:xfrm>
            <a:off x="453350" y="4749497"/>
            <a:ext cx="16875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 Your use of these materials is governed by the terms of your written agreement with o9 solutions.All unauthorized use and reproduction or distribution is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9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69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69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Full image + quote">
  <p:cSld name="2025_Conference_Full image + quot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70"/>
          <p:cNvSpPr/>
          <p:nvPr/>
        </p:nvSpPr>
        <p:spPr>
          <a:xfrm>
            <a:off x="0" y="10650"/>
            <a:ext cx="9144000" cy="51222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0"/>
          <p:cNvSpPr txBox="1"/>
          <p:nvPr>
            <p:ph type="title"/>
          </p:nvPr>
        </p:nvSpPr>
        <p:spPr>
          <a:xfrm>
            <a:off x="252575" y="1210075"/>
            <a:ext cx="85119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70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70"/>
          <p:cNvSpPr txBox="1"/>
          <p:nvPr/>
        </p:nvSpPr>
        <p:spPr>
          <a:xfrm>
            <a:off x="453350" y="4749497"/>
            <a:ext cx="16875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 Your use of these materials is governed by the terms of your written agreement with o9 solutions.All unauthorized use and reproduction or distribution is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0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70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70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Title page + image (black)">
  <p:cSld name="2025_Conference_Title page + image (black)"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1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71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71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71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71"/>
          <p:cNvSpPr/>
          <p:nvPr>
            <p:ph idx="3" type="pic"/>
          </p:nvPr>
        </p:nvSpPr>
        <p:spPr>
          <a:xfrm>
            <a:off x="4971950" y="627725"/>
            <a:ext cx="3919500" cy="3715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71"/>
          <p:cNvSpPr txBox="1"/>
          <p:nvPr>
            <p:ph type="title"/>
          </p:nvPr>
        </p:nvSpPr>
        <p:spPr>
          <a:xfrm>
            <a:off x="253264" y="627725"/>
            <a:ext cx="4555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71"/>
          <p:cNvSpPr txBox="1"/>
          <p:nvPr>
            <p:ph idx="4" type="title"/>
          </p:nvPr>
        </p:nvSpPr>
        <p:spPr>
          <a:xfrm>
            <a:off x="248325" y="1286275"/>
            <a:ext cx="4555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Conference_Agenda">
  <p:cSld name="2025_Conference_Agenda"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2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72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72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72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72"/>
          <p:cNvSpPr txBox="1"/>
          <p:nvPr>
            <p:ph type="title"/>
          </p:nvPr>
        </p:nvSpPr>
        <p:spPr>
          <a:xfrm>
            <a:off x="248325" y="2571750"/>
            <a:ext cx="39189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72"/>
          <p:cNvSpPr txBox="1"/>
          <p:nvPr>
            <p:ph idx="3" type="subTitle"/>
          </p:nvPr>
        </p:nvSpPr>
        <p:spPr>
          <a:xfrm>
            <a:off x="5144500" y="62772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72"/>
          <p:cNvSpPr txBox="1"/>
          <p:nvPr>
            <p:ph idx="4" type="subTitle"/>
          </p:nvPr>
        </p:nvSpPr>
        <p:spPr>
          <a:xfrm>
            <a:off x="8076450" y="627725"/>
            <a:ext cx="816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"/>
              <a:buNone/>
              <a:defRPr sz="5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72"/>
          <p:cNvSpPr txBox="1"/>
          <p:nvPr>
            <p:ph idx="5" type="title"/>
          </p:nvPr>
        </p:nvSpPr>
        <p:spPr>
          <a:xfrm>
            <a:off x="5144500" y="850625"/>
            <a:ext cx="19545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72"/>
          <p:cNvSpPr txBox="1"/>
          <p:nvPr>
            <p:ph idx="6" type="title"/>
          </p:nvPr>
        </p:nvSpPr>
        <p:spPr>
          <a:xfrm>
            <a:off x="8072025" y="850625"/>
            <a:ext cx="8214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72"/>
          <p:cNvSpPr txBox="1"/>
          <p:nvPr>
            <p:ph idx="7" type="title"/>
          </p:nvPr>
        </p:nvSpPr>
        <p:spPr>
          <a:xfrm>
            <a:off x="252575" y="627725"/>
            <a:ext cx="3918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Wide column + images" type="title">
  <p:cSld name="TITL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8"/>
          <p:cNvSpPr/>
          <p:nvPr>
            <p:ph idx="2" type="pic"/>
          </p:nvPr>
        </p:nvSpPr>
        <p:spPr>
          <a:xfrm>
            <a:off x="4167175" y="1293675"/>
            <a:ext cx="47241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8"/>
          <p:cNvSpPr/>
          <p:nvPr>
            <p:ph idx="3" type="pic"/>
          </p:nvPr>
        </p:nvSpPr>
        <p:spPr>
          <a:xfrm>
            <a:off x="4167175" y="2875383"/>
            <a:ext cx="47241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250225" y="1293675"/>
            <a:ext cx="37515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7622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173" name="Google Shape;173;p28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4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5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6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7" type="subTitle"/>
          </p:nvPr>
        </p:nvSpPr>
        <p:spPr>
          <a:xfrm>
            <a:off x="2525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2 columns + images">
  <p:cSld name="TITLE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9"/>
          <p:cNvSpPr/>
          <p:nvPr>
            <p:ph idx="2" type="pic"/>
          </p:nvPr>
        </p:nvSpPr>
        <p:spPr>
          <a:xfrm>
            <a:off x="4167175" y="1293675"/>
            <a:ext cx="47241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9"/>
          <p:cNvSpPr/>
          <p:nvPr>
            <p:ph idx="3" type="pic"/>
          </p:nvPr>
        </p:nvSpPr>
        <p:spPr>
          <a:xfrm>
            <a:off x="4167175" y="2875383"/>
            <a:ext cx="47241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250225" y="129367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183" name="Google Shape;183;p29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4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5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9"/>
          <p:cNvSpPr txBox="1"/>
          <p:nvPr>
            <p:ph idx="6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7" type="subTitle"/>
          </p:nvPr>
        </p:nvSpPr>
        <p:spPr>
          <a:xfrm>
            <a:off x="2525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8" type="body"/>
          </p:nvPr>
        </p:nvSpPr>
        <p:spPr>
          <a:xfrm>
            <a:off x="2212550" y="129367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189" name="Google Shape;189;p29"/>
          <p:cNvSpPr txBox="1"/>
          <p:nvPr>
            <p:ph idx="9" type="subTitle"/>
          </p:nvPr>
        </p:nvSpPr>
        <p:spPr>
          <a:xfrm>
            <a:off x="2212550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Right column + image">
  <p:cSld name="TITLE_1_2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30"/>
          <p:cNvSpPr/>
          <p:nvPr>
            <p:ph idx="2" type="pic"/>
          </p:nvPr>
        </p:nvSpPr>
        <p:spPr>
          <a:xfrm>
            <a:off x="4167175" y="2571750"/>
            <a:ext cx="4724100" cy="1771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0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4167175" y="1293675"/>
            <a:ext cx="47241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825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"/>
              <a:buChar char="●"/>
              <a:defRPr sz="950"/>
            </a:lvl1pPr>
            <a:lvl2pPr indent="-2889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○"/>
              <a:defRPr sz="950"/>
            </a:lvl2pPr>
            <a:lvl3pPr indent="-2889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■"/>
              <a:defRPr sz="950"/>
            </a:lvl3pPr>
            <a:lvl4pPr indent="-2889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  <a:defRPr sz="950"/>
            </a:lvl4pPr>
            <a:lvl5pPr indent="-2889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○"/>
              <a:defRPr sz="950"/>
            </a:lvl5pPr>
            <a:lvl6pPr indent="-2889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■"/>
              <a:defRPr sz="950"/>
            </a:lvl6pPr>
            <a:lvl7pPr indent="-2889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  <a:defRPr sz="950"/>
            </a:lvl7pPr>
            <a:lvl8pPr indent="-2889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○"/>
              <a:defRPr sz="950"/>
            </a:lvl8pPr>
            <a:lvl9pPr indent="-2889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■"/>
              <a:defRPr sz="950"/>
            </a:lvl9pPr>
          </a:lstStyle>
          <a:p/>
        </p:txBody>
      </p:sp>
      <p:sp>
        <p:nvSpPr>
          <p:cNvPr id="198" name="Google Shape;198;p30"/>
          <p:cNvSpPr txBox="1"/>
          <p:nvPr>
            <p:ph idx="6" type="subTitle"/>
          </p:nvPr>
        </p:nvSpPr>
        <p:spPr>
          <a:xfrm>
            <a:off x="41671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Wide column + 2 columns + image">
  <p:cSld name="TITLE_1_2_2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31"/>
          <p:cNvSpPr/>
          <p:nvPr>
            <p:ph idx="2" type="pic"/>
          </p:nvPr>
        </p:nvSpPr>
        <p:spPr>
          <a:xfrm>
            <a:off x="3189875" y="1286300"/>
            <a:ext cx="5701500" cy="19941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3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1"/>
          <p:cNvSpPr txBox="1"/>
          <p:nvPr>
            <p:ph idx="5" type="body"/>
          </p:nvPr>
        </p:nvSpPr>
        <p:spPr>
          <a:xfrm>
            <a:off x="252575" y="1293675"/>
            <a:ext cx="27717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825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"/>
              <a:buChar char="●"/>
              <a:defRPr sz="950"/>
            </a:lvl1pPr>
            <a:lvl2pPr indent="-2889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○"/>
              <a:defRPr sz="950"/>
            </a:lvl2pPr>
            <a:lvl3pPr indent="-2889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■"/>
              <a:defRPr sz="950"/>
            </a:lvl3pPr>
            <a:lvl4pPr indent="-2889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  <a:defRPr sz="950"/>
            </a:lvl4pPr>
            <a:lvl5pPr indent="-2889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○"/>
              <a:defRPr sz="950"/>
            </a:lvl5pPr>
            <a:lvl6pPr indent="-2889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■"/>
              <a:defRPr sz="950"/>
            </a:lvl6pPr>
            <a:lvl7pPr indent="-2889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  <a:defRPr sz="950"/>
            </a:lvl7pPr>
            <a:lvl8pPr indent="-2889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○"/>
              <a:defRPr sz="950"/>
            </a:lvl8pPr>
            <a:lvl9pPr indent="-2889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50"/>
              <a:buChar char="■"/>
              <a:defRPr sz="950"/>
            </a:lvl9pPr>
          </a:lstStyle>
          <a:p/>
        </p:txBody>
      </p:sp>
      <p:sp>
        <p:nvSpPr>
          <p:cNvPr id="207" name="Google Shape;207;p31"/>
          <p:cNvSpPr txBox="1"/>
          <p:nvPr>
            <p:ph idx="6" type="subTitle"/>
          </p:nvPr>
        </p:nvSpPr>
        <p:spPr>
          <a:xfrm>
            <a:off x="2525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1"/>
          <p:cNvSpPr txBox="1"/>
          <p:nvPr>
            <p:ph idx="7" type="body"/>
          </p:nvPr>
        </p:nvSpPr>
        <p:spPr>
          <a:xfrm>
            <a:off x="3189875" y="3569425"/>
            <a:ext cx="27717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09" name="Google Shape;209;p31"/>
          <p:cNvSpPr txBox="1"/>
          <p:nvPr>
            <p:ph idx="8" type="subTitle"/>
          </p:nvPr>
        </p:nvSpPr>
        <p:spPr>
          <a:xfrm>
            <a:off x="3192225" y="345572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9" type="subTitle"/>
          </p:nvPr>
        </p:nvSpPr>
        <p:spPr>
          <a:xfrm>
            <a:off x="6121825" y="345572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1"/>
          <p:cNvSpPr txBox="1"/>
          <p:nvPr>
            <p:ph idx="13" type="body"/>
          </p:nvPr>
        </p:nvSpPr>
        <p:spPr>
          <a:xfrm>
            <a:off x="6121825" y="3569425"/>
            <a:ext cx="27717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Blank">
  <p:cSld name="TITLE_1_2_2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32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2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3 columns">
  <p:cSld name="TITLE_1_2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33"/>
          <p:cNvSpPr/>
          <p:nvPr>
            <p:ph idx="2" type="pic"/>
          </p:nvPr>
        </p:nvSpPr>
        <p:spPr>
          <a:xfrm>
            <a:off x="252575" y="245915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33"/>
          <p:cNvSpPr txBox="1"/>
          <p:nvPr>
            <p:ph idx="3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33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3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3"/>
          <p:cNvSpPr txBox="1"/>
          <p:nvPr>
            <p:ph idx="5" type="body"/>
          </p:nvPr>
        </p:nvSpPr>
        <p:spPr>
          <a:xfrm>
            <a:off x="248325" y="12936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26" name="Google Shape;226;p33"/>
          <p:cNvSpPr txBox="1"/>
          <p:nvPr>
            <p:ph idx="6" type="subTitle"/>
          </p:nvPr>
        </p:nvSpPr>
        <p:spPr>
          <a:xfrm>
            <a:off x="248325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3"/>
          <p:cNvSpPr txBox="1"/>
          <p:nvPr>
            <p:ph idx="7" type="body"/>
          </p:nvPr>
        </p:nvSpPr>
        <p:spPr>
          <a:xfrm>
            <a:off x="3184050" y="12936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28" name="Google Shape;228;p33"/>
          <p:cNvSpPr txBox="1"/>
          <p:nvPr>
            <p:ph idx="8" type="subTitle"/>
          </p:nvPr>
        </p:nvSpPr>
        <p:spPr>
          <a:xfrm>
            <a:off x="3184050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3"/>
          <p:cNvSpPr txBox="1"/>
          <p:nvPr>
            <p:ph idx="9" type="body"/>
          </p:nvPr>
        </p:nvSpPr>
        <p:spPr>
          <a:xfrm>
            <a:off x="6119775" y="12936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30" name="Google Shape;230;p33"/>
          <p:cNvSpPr txBox="1"/>
          <p:nvPr>
            <p:ph idx="13" type="subTitle"/>
          </p:nvPr>
        </p:nvSpPr>
        <p:spPr>
          <a:xfrm>
            <a:off x="6119775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3"/>
          <p:cNvSpPr/>
          <p:nvPr>
            <p:ph idx="14" type="pic"/>
          </p:nvPr>
        </p:nvSpPr>
        <p:spPr>
          <a:xfrm>
            <a:off x="3184050" y="245915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33"/>
          <p:cNvSpPr/>
          <p:nvPr>
            <p:ph idx="15" type="pic"/>
          </p:nvPr>
        </p:nvSpPr>
        <p:spPr>
          <a:xfrm>
            <a:off x="6119775" y="2459150"/>
            <a:ext cx="2775900" cy="1467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3 columns alt">
  <p:cSld name="TITLE_1_2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34"/>
          <p:cNvSpPr/>
          <p:nvPr>
            <p:ph idx="2" type="pic"/>
          </p:nvPr>
        </p:nvSpPr>
        <p:spPr>
          <a:xfrm>
            <a:off x="252575" y="128630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4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4"/>
          <p:cNvSpPr txBox="1"/>
          <p:nvPr>
            <p:ph idx="3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4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4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4"/>
          <p:cNvSpPr txBox="1"/>
          <p:nvPr>
            <p:ph idx="5" type="body"/>
          </p:nvPr>
        </p:nvSpPr>
        <p:spPr>
          <a:xfrm>
            <a:off x="248325" y="28657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41" name="Google Shape;241;p34"/>
          <p:cNvSpPr txBox="1"/>
          <p:nvPr>
            <p:ph idx="6" type="subTitle"/>
          </p:nvPr>
        </p:nvSpPr>
        <p:spPr>
          <a:xfrm>
            <a:off x="248325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4"/>
          <p:cNvSpPr txBox="1"/>
          <p:nvPr>
            <p:ph idx="7" type="body"/>
          </p:nvPr>
        </p:nvSpPr>
        <p:spPr>
          <a:xfrm>
            <a:off x="3184050" y="28657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43" name="Google Shape;243;p34"/>
          <p:cNvSpPr txBox="1"/>
          <p:nvPr>
            <p:ph idx="8" type="subTitle"/>
          </p:nvPr>
        </p:nvSpPr>
        <p:spPr>
          <a:xfrm>
            <a:off x="3184050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4"/>
          <p:cNvSpPr txBox="1"/>
          <p:nvPr>
            <p:ph idx="9" type="body"/>
          </p:nvPr>
        </p:nvSpPr>
        <p:spPr>
          <a:xfrm>
            <a:off x="6119775" y="2865775"/>
            <a:ext cx="27759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45" name="Google Shape;245;p34"/>
          <p:cNvSpPr txBox="1"/>
          <p:nvPr>
            <p:ph idx="13" type="subTitle"/>
          </p:nvPr>
        </p:nvSpPr>
        <p:spPr>
          <a:xfrm>
            <a:off x="6119775" y="1179975"/>
            <a:ext cx="27759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4"/>
          <p:cNvSpPr/>
          <p:nvPr>
            <p:ph idx="14" type="pic"/>
          </p:nvPr>
        </p:nvSpPr>
        <p:spPr>
          <a:xfrm>
            <a:off x="3184050" y="1286300"/>
            <a:ext cx="2775900" cy="1467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4"/>
          <p:cNvSpPr/>
          <p:nvPr>
            <p:ph idx="15" type="pic"/>
          </p:nvPr>
        </p:nvSpPr>
        <p:spPr>
          <a:xfrm>
            <a:off x="6119775" y="1286300"/>
            <a:ext cx="2775900" cy="1467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4 columns">
  <p:cSld name="TITLE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35"/>
          <p:cNvSpPr txBox="1"/>
          <p:nvPr>
            <p:ph idx="1" type="body"/>
          </p:nvPr>
        </p:nvSpPr>
        <p:spPr>
          <a:xfrm>
            <a:off x="250225" y="129367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51" name="Google Shape;251;p35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35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35"/>
          <p:cNvSpPr txBox="1"/>
          <p:nvPr>
            <p:ph idx="3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5"/>
          <p:cNvSpPr txBox="1"/>
          <p:nvPr>
            <p:ph idx="5" type="subTitle"/>
          </p:nvPr>
        </p:nvSpPr>
        <p:spPr>
          <a:xfrm>
            <a:off x="2525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5"/>
          <p:cNvSpPr txBox="1"/>
          <p:nvPr>
            <p:ph idx="6" type="body"/>
          </p:nvPr>
        </p:nvSpPr>
        <p:spPr>
          <a:xfrm>
            <a:off x="2212550" y="129367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57" name="Google Shape;257;p35"/>
          <p:cNvSpPr txBox="1"/>
          <p:nvPr>
            <p:ph idx="7" type="subTitle"/>
          </p:nvPr>
        </p:nvSpPr>
        <p:spPr>
          <a:xfrm>
            <a:off x="2212550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5"/>
          <p:cNvSpPr txBox="1"/>
          <p:nvPr>
            <p:ph idx="8" type="body"/>
          </p:nvPr>
        </p:nvSpPr>
        <p:spPr>
          <a:xfrm>
            <a:off x="4174875" y="129367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59" name="Google Shape;259;p35"/>
          <p:cNvSpPr txBox="1"/>
          <p:nvPr>
            <p:ph idx="9" type="subTitle"/>
          </p:nvPr>
        </p:nvSpPr>
        <p:spPr>
          <a:xfrm>
            <a:off x="417487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5"/>
          <p:cNvSpPr txBox="1"/>
          <p:nvPr>
            <p:ph idx="13" type="body"/>
          </p:nvPr>
        </p:nvSpPr>
        <p:spPr>
          <a:xfrm>
            <a:off x="6121825" y="129367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61" name="Google Shape;261;p35"/>
          <p:cNvSpPr txBox="1"/>
          <p:nvPr>
            <p:ph idx="14" type="subTitle"/>
          </p:nvPr>
        </p:nvSpPr>
        <p:spPr>
          <a:xfrm>
            <a:off x="6121825" y="117997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Timeline 1">
  <p:cSld name="TITLE_1_1_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36"/>
          <p:cNvSpPr txBox="1"/>
          <p:nvPr>
            <p:ph idx="1" type="body"/>
          </p:nvPr>
        </p:nvSpPr>
        <p:spPr>
          <a:xfrm>
            <a:off x="250225" y="1730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65" name="Google Shape;265;p36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6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" name="Google Shape;267;p36"/>
          <p:cNvSpPr txBox="1"/>
          <p:nvPr>
            <p:ph idx="3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6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6"/>
          <p:cNvSpPr txBox="1"/>
          <p:nvPr>
            <p:ph idx="5" type="body"/>
          </p:nvPr>
        </p:nvSpPr>
        <p:spPr>
          <a:xfrm>
            <a:off x="2212550" y="1730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70" name="Google Shape;270;p36"/>
          <p:cNvSpPr txBox="1"/>
          <p:nvPr>
            <p:ph idx="6" type="body"/>
          </p:nvPr>
        </p:nvSpPr>
        <p:spPr>
          <a:xfrm>
            <a:off x="4174875" y="1730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71" name="Google Shape;271;p36"/>
          <p:cNvSpPr txBox="1"/>
          <p:nvPr>
            <p:ph idx="7" type="body"/>
          </p:nvPr>
        </p:nvSpPr>
        <p:spPr>
          <a:xfrm>
            <a:off x="6121825" y="1730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72" name="Google Shape;272;p36"/>
          <p:cNvSpPr txBox="1"/>
          <p:nvPr>
            <p:ph idx="8" type="body"/>
          </p:nvPr>
        </p:nvSpPr>
        <p:spPr>
          <a:xfrm>
            <a:off x="252575" y="1284181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73" name="Google Shape;273;p36"/>
          <p:cNvSpPr txBox="1"/>
          <p:nvPr>
            <p:ph idx="9" type="body"/>
          </p:nvPr>
        </p:nvSpPr>
        <p:spPr>
          <a:xfrm>
            <a:off x="2214900" y="1284181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74" name="Google Shape;274;p36"/>
          <p:cNvSpPr txBox="1"/>
          <p:nvPr>
            <p:ph idx="13" type="body"/>
          </p:nvPr>
        </p:nvSpPr>
        <p:spPr>
          <a:xfrm>
            <a:off x="4177225" y="1284181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75" name="Google Shape;275;p36"/>
          <p:cNvSpPr txBox="1"/>
          <p:nvPr>
            <p:ph idx="14" type="body"/>
          </p:nvPr>
        </p:nvSpPr>
        <p:spPr>
          <a:xfrm>
            <a:off x="6124175" y="1284181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76" name="Google Shape;276;p36"/>
          <p:cNvCxnSpPr>
            <a:endCxn id="277" idx="1"/>
          </p:cNvCxnSpPr>
          <p:nvPr/>
        </p:nvCxnSpPr>
        <p:spPr>
          <a:xfrm>
            <a:off x="252438" y="1596650"/>
            <a:ext cx="78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36"/>
          <p:cNvSpPr/>
          <p:nvPr/>
        </p:nvSpPr>
        <p:spPr>
          <a:xfrm>
            <a:off x="252575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2214900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4169538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6"/>
          <p:cNvSpPr/>
          <p:nvPr/>
        </p:nvSpPr>
        <p:spPr>
          <a:xfrm>
            <a:off x="6124188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6"/>
          <p:cNvSpPr/>
          <p:nvPr/>
        </p:nvSpPr>
        <p:spPr>
          <a:xfrm>
            <a:off x="8078838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6"/>
          <p:cNvSpPr/>
          <p:nvPr>
            <p:ph idx="15" type="pic"/>
          </p:nvPr>
        </p:nvSpPr>
        <p:spPr>
          <a:xfrm>
            <a:off x="245375" y="2710350"/>
            <a:ext cx="8646000" cy="1633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Timeline 1 1">
  <p:cSld name="TITLE_1_1_2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idx="1" type="body"/>
          </p:nvPr>
        </p:nvSpPr>
        <p:spPr>
          <a:xfrm>
            <a:off x="250225" y="1730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85" name="Google Shape;285;p37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7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37"/>
          <p:cNvSpPr txBox="1"/>
          <p:nvPr>
            <p:ph idx="3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7"/>
          <p:cNvSpPr txBox="1"/>
          <p:nvPr>
            <p:ph idx="5" type="body"/>
          </p:nvPr>
        </p:nvSpPr>
        <p:spPr>
          <a:xfrm>
            <a:off x="2212550" y="1730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90" name="Google Shape;290;p37"/>
          <p:cNvSpPr txBox="1"/>
          <p:nvPr>
            <p:ph idx="6" type="body"/>
          </p:nvPr>
        </p:nvSpPr>
        <p:spPr>
          <a:xfrm>
            <a:off x="4174875" y="1730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91" name="Google Shape;291;p37"/>
          <p:cNvSpPr txBox="1"/>
          <p:nvPr>
            <p:ph idx="7" type="body"/>
          </p:nvPr>
        </p:nvSpPr>
        <p:spPr>
          <a:xfrm>
            <a:off x="6121825" y="1730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292" name="Google Shape;292;p37"/>
          <p:cNvSpPr txBox="1"/>
          <p:nvPr>
            <p:ph idx="8" type="body"/>
          </p:nvPr>
        </p:nvSpPr>
        <p:spPr>
          <a:xfrm>
            <a:off x="252575" y="1284181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93" name="Google Shape;293;p37"/>
          <p:cNvSpPr txBox="1"/>
          <p:nvPr>
            <p:ph idx="9" type="body"/>
          </p:nvPr>
        </p:nvSpPr>
        <p:spPr>
          <a:xfrm>
            <a:off x="2214900" y="1284181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94" name="Google Shape;294;p37"/>
          <p:cNvSpPr txBox="1"/>
          <p:nvPr>
            <p:ph idx="13" type="body"/>
          </p:nvPr>
        </p:nvSpPr>
        <p:spPr>
          <a:xfrm>
            <a:off x="4177225" y="1284181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95" name="Google Shape;295;p37"/>
          <p:cNvSpPr txBox="1"/>
          <p:nvPr>
            <p:ph idx="14" type="body"/>
          </p:nvPr>
        </p:nvSpPr>
        <p:spPr>
          <a:xfrm>
            <a:off x="6124175" y="1284181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96" name="Google Shape;296;p37"/>
          <p:cNvCxnSpPr>
            <a:endCxn id="297" idx="1"/>
          </p:cNvCxnSpPr>
          <p:nvPr/>
        </p:nvCxnSpPr>
        <p:spPr>
          <a:xfrm>
            <a:off x="252438" y="1596650"/>
            <a:ext cx="78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37"/>
          <p:cNvSpPr/>
          <p:nvPr/>
        </p:nvSpPr>
        <p:spPr>
          <a:xfrm>
            <a:off x="252575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2214900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4169538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6124188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8078838" y="1565600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7"/>
          <p:cNvSpPr txBox="1"/>
          <p:nvPr>
            <p:ph idx="12" type="sldNum"/>
          </p:nvPr>
        </p:nvSpPr>
        <p:spPr>
          <a:xfrm>
            <a:off x="8674751" y="6453874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37"/>
          <p:cNvSpPr txBox="1"/>
          <p:nvPr>
            <p:ph idx="15" type="body"/>
          </p:nvPr>
        </p:nvSpPr>
        <p:spPr>
          <a:xfrm>
            <a:off x="248325" y="329002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304" name="Google Shape;304;p37"/>
          <p:cNvSpPr txBox="1"/>
          <p:nvPr>
            <p:ph idx="16" type="body"/>
          </p:nvPr>
        </p:nvSpPr>
        <p:spPr>
          <a:xfrm>
            <a:off x="2210650" y="329002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305" name="Google Shape;305;p37"/>
          <p:cNvSpPr txBox="1"/>
          <p:nvPr>
            <p:ph idx="17" type="body"/>
          </p:nvPr>
        </p:nvSpPr>
        <p:spPr>
          <a:xfrm>
            <a:off x="4172975" y="329002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306" name="Google Shape;306;p37"/>
          <p:cNvSpPr txBox="1"/>
          <p:nvPr>
            <p:ph idx="18" type="body"/>
          </p:nvPr>
        </p:nvSpPr>
        <p:spPr>
          <a:xfrm>
            <a:off x="6119925" y="3290025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307" name="Google Shape;307;p37"/>
          <p:cNvSpPr txBox="1"/>
          <p:nvPr>
            <p:ph idx="19" type="body"/>
          </p:nvPr>
        </p:nvSpPr>
        <p:spPr>
          <a:xfrm>
            <a:off x="250675" y="2843956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08" name="Google Shape;308;p37"/>
          <p:cNvSpPr txBox="1"/>
          <p:nvPr>
            <p:ph idx="20" type="body"/>
          </p:nvPr>
        </p:nvSpPr>
        <p:spPr>
          <a:xfrm>
            <a:off x="2213000" y="2843956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09" name="Google Shape;309;p37"/>
          <p:cNvSpPr txBox="1"/>
          <p:nvPr>
            <p:ph idx="21" type="body"/>
          </p:nvPr>
        </p:nvSpPr>
        <p:spPr>
          <a:xfrm>
            <a:off x="4175325" y="2843956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10" name="Google Shape;310;p37"/>
          <p:cNvSpPr txBox="1"/>
          <p:nvPr>
            <p:ph idx="22" type="body"/>
          </p:nvPr>
        </p:nvSpPr>
        <p:spPr>
          <a:xfrm>
            <a:off x="6122275" y="2842114"/>
            <a:ext cx="17931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311" name="Google Shape;311;p37"/>
          <p:cNvCxnSpPr>
            <a:endCxn id="312" idx="1"/>
          </p:cNvCxnSpPr>
          <p:nvPr/>
        </p:nvCxnSpPr>
        <p:spPr>
          <a:xfrm>
            <a:off x="250538" y="3156425"/>
            <a:ext cx="78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37"/>
          <p:cNvSpPr/>
          <p:nvPr/>
        </p:nvSpPr>
        <p:spPr>
          <a:xfrm>
            <a:off x="250675" y="3125375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7"/>
          <p:cNvSpPr/>
          <p:nvPr/>
        </p:nvSpPr>
        <p:spPr>
          <a:xfrm>
            <a:off x="2213000" y="3125375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4167638" y="3125375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6122288" y="3125375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7"/>
          <p:cNvSpPr/>
          <p:nvPr/>
        </p:nvSpPr>
        <p:spPr>
          <a:xfrm>
            <a:off x="8076938" y="3125375"/>
            <a:ext cx="62100" cy="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7"/>
          <p:cNvSpPr txBox="1"/>
          <p:nvPr>
            <p:ph idx="23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4 column + images">
  <p:cSld name="TITLE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38"/>
          <p:cNvSpPr txBox="1"/>
          <p:nvPr>
            <p:ph idx="1" type="body"/>
          </p:nvPr>
        </p:nvSpPr>
        <p:spPr>
          <a:xfrm>
            <a:off x="250225" y="2719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321" name="Google Shape;321;p38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38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p38"/>
          <p:cNvSpPr txBox="1"/>
          <p:nvPr>
            <p:ph idx="3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38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8"/>
          <p:cNvSpPr txBox="1"/>
          <p:nvPr>
            <p:ph idx="5" type="subTitle"/>
          </p:nvPr>
        </p:nvSpPr>
        <p:spPr>
          <a:xfrm>
            <a:off x="252575" y="260555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38"/>
          <p:cNvSpPr txBox="1"/>
          <p:nvPr>
            <p:ph idx="6" type="body"/>
          </p:nvPr>
        </p:nvSpPr>
        <p:spPr>
          <a:xfrm>
            <a:off x="2212550" y="2719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327" name="Google Shape;327;p38"/>
          <p:cNvSpPr txBox="1"/>
          <p:nvPr>
            <p:ph idx="7" type="subTitle"/>
          </p:nvPr>
        </p:nvSpPr>
        <p:spPr>
          <a:xfrm>
            <a:off x="2212550" y="260555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38"/>
          <p:cNvSpPr txBox="1"/>
          <p:nvPr>
            <p:ph idx="8" type="body"/>
          </p:nvPr>
        </p:nvSpPr>
        <p:spPr>
          <a:xfrm>
            <a:off x="4174875" y="2719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329" name="Google Shape;329;p38"/>
          <p:cNvSpPr txBox="1"/>
          <p:nvPr>
            <p:ph idx="9" type="subTitle"/>
          </p:nvPr>
        </p:nvSpPr>
        <p:spPr>
          <a:xfrm>
            <a:off x="4174875" y="260555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38"/>
          <p:cNvSpPr txBox="1"/>
          <p:nvPr>
            <p:ph idx="13" type="body"/>
          </p:nvPr>
        </p:nvSpPr>
        <p:spPr>
          <a:xfrm>
            <a:off x="6121825" y="2719250"/>
            <a:ext cx="179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"/>
              <a:buChar char="●"/>
              <a:defRPr sz="750"/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●"/>
              <a:defRPr sz="750"/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○"/>
              <a:defRPr sz="750"/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50"/>
              <a:buChar char="■"/>
              <a:defRPr sz="750"/>
            </a:lvl9pPr>
          </a:lstStyle>
          <a:p/>
        </p:txBody>
      </p:sp>
      <p:sp>
        <p:nvSpPr>
          <p:cNvPr id="331" name="Google Shape;331;p38"/>
          <p:cNvSpPr txBox="1"/>
          <p:nvPr>
            <p:ph idx="14" type="subTitle"/>
          </p:nvPr>
        </p:nvSpPr>
        <p:spPr>
          <a:xfrm>
            <a:off x="6121825" y="260555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38"/>
          <p:cNvSpPr/>
          <p:nvPr>
            <p:ph idx="15" type="pic"/>
          </p:nvPr>
        </p:nvSpPr>
        <p:spPr>
          <a:xfrm>
            <a:off x="252575" y="1286300"/>
            <a:ext cx="1793100" cy="1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8"/>
          <p:cNvSpPr/>
          <p:nvPr>
            <p:ph idx="16" type="pic"/>
          </p:nvPr>
        </p:nvSpPr>
        <p:spPr>
          <a:xfrm>
            <a:off x="2212550" y="1286300"/>
            <a:ext cx="1793100" cy="1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38"/>
          <p:cNvSpPr/>
          <p:nvPr>
            <p:ph idx="17" type="pic"/>
          </p:nvPr>
        </p:nvSpPr>
        <p:spPr>
          <a:xfrm>
            <a:off x="4172525" y="1286300"/>
            <a:ext cx="1793100" cy="1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38"/>
          <p:cNvSpPr/>
          <p:nvPr>
            <p:ph idx="18" type="pic"/>
          </p:nvPr>
        </p:nvSpPr>
        <p:spPr>
          <a:xfrm>
            <a:off x="6121825" y="1286300"/>
            <a:ext cx="1793100" cy="11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Data division">
  <p:cSld name="TITLE_1_1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39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9" name="Google Shape;339;p39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39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39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39"/>
          <p:cNvSpPr/>
          <p:nvPr/>
        </p:nvSpPr>
        <p:spPr>
          <a:xfrm>
            <a:off x="253833" y="1032125"/>
            <a:ext cx="2759100" cy="164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9"/>
          <p:cNvSpPr txBox="1"/>
          <p:nvPr>
            <p:ph idx="4" type="subTitle"/>
          </p:nvPr>
        </p:nvSpPr>
        <p:spPr>
          <a:xfrm>
            <a:off x="395433" y="1129988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9"/>
          <p:cNvSpPr/>
          <p:nvPr>
            <p:ph idx="5" type="pic"/>
          </p:nvPr>
        </p:nvSpPr>
        <p:spPr>
          <a:xfrm>
            <a:off x="349058" y="1299525"/>
            <a:ext cx="2558100" cy="12759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39"/>
          <p:cNvSpPr/>
          <p:nvPr/>
        </p:nvSpPr>
        <p:spPr>
          <a:xfrm>
            <a:off x="3192458" y="1032125"/>
            <a:ext cx="2759100" cy="164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9"/>
          <p:cNvSpPr txBox="1"/>
          <p:nvPr>
            <p:ph idx="6" type="subTitle"/>
          </p:nvPr>
        </p:nvSpPr>
        <p:spPr>
          <a:xfrm>
            <a:off x="3334058" y="1129988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39"/>
          <p:cNvSpPr/>
          <p:nvPr>
            <p:ph idx="7" type="pic"/>
          </p:nvPr>
        </p:nvSpPr>
        <p:spPr>
          <a:xfrm>
            <a:off x="3287683" y="1299525"/>
            <a:ext cx="2558100" cy="12759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39"/>
          <p:cNvSpPr/>
          <p:nvPr/>
        </p:nvSpPr>
        <p:spPr>
          <a:xfrm>
            <a:off x="6131083" y="1029975"/>
            <a:ext cx="2759100" cy="164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9"/>
          <p:cNvSpPr txBox="1"/>
          <p:nvPr>
            <p:ph idx="8" type="subTitle"/>
          </p:nvPr>
        </p:nvSpPr>
        <p:spPr>
          <a:xfrm>
            <a:off x="6272683" y="1127838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9"/>
          <p:cNvSpPr/>
          <p:nvPr>
            <p:ph idx="9" type="pic"/>
          </p:nvPr>
        </p:nvSpPr>
        <p:spPr>
          <a:xfrm>
            <a:off x="6226308" y="1297375"/>
            <a:ext cx="2558100" cy="12759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39"/>
          <p:cNvSpPr/>
          <p:nvPr/>
        </p:nvSpPr>
        <p:spPr>
          <a:xfrm>
            <a:off x="253833" y="2843450"/>
            <a:ext cx="2759100" cy="164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9"/>
          <p:cNvSpPr txBox="1"/>
          <p:nvPr>
            <p:ph idx="13" type="subTitle"/>
          </p:nvPr>
        </p:nvSpPr>
        <p:spPr>
          <a:xfrm>
            <a:off x="395433" y="2941313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39"/>
          <p:cNvSpPr/>
          <p:nvPr>
            <p:ph idx="14" type="pic"/>
          </p:nvPr>
        </p:nvSpPr>
        <p:spPr>
          <a:xfrm>
            <a:off x="349058" y="3110850"/>
            <a:ext cx="2558100" cy="12759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9"/>
          <p:cNvSpPr/>
          <p:nvPr/>
        </p:nvSpPr>
        <p:spPr>
          <a:xfrm>
            <a:off x="3192458" y="2843450"/>
            <a:ext cx="2759100" cy="164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9"/>
          <p:cNvSpPr txBox="1"/>
          <p:nvPr>
            <p:ph idx="15" type="subTitle"/>
          </p:nvPr>
        </p:nvSpPr>
        <p:spPr>
          <a:xfrm>
            <a:off x="3334058" y="2941313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39"/>
          <p:cNvSpPr/>
          <p:nvPr>
            <p:ph idx="16" type="pic"/>
          </p:nvPr>
        </p:nvSpPr>
        <p:spPr>
          <a:xfrm>
            <a:off x="3287683" y="3110850"/>
            <a:ext cx="2558100" cy="12759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39"/>
          <p:cNvSpPr/>
          <p:nvPr/>
        </p:nvSpPr>
        <p:spPr>
          <a:xfrm>
            <a:off x="6131083" y="2841300"/>
            <a:ext cx="2759100" cy="164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9"/>
          <p:cNvSpPr txBox="1"/>
          <p:nvPr>
            <p:ph idx="17" type="subTitle"/>
          </p:nvPr>
        </p:nvSpPr>
        <p:spPr>
          <a:xfrm>
            <a:off x="6272683" y="2939163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9"/>
          <p:cNvSpPr/>
          <p:nvPr>
            <p:ph idx="18" type="pic"/>
          </p:nvPr>
        </p:nvSpPr>
        <p:spPr>
          <a:xfrm>
            <a:off x="6226308" y="3108700"/>
            <a:ext cx="2558100" cy="1275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Quote + image  (white)" type="tx">
  <p:cSld name="TITLE_AND_BODY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/>
          <p:nvPr>
            <p:ph type="title"/>
          </p:nvPr>
        </p:nvSpPr>
        <p:spPr>
          <a:xfrm>
            <a:off x="252575" y="405550"/>
            <a:ext cx="8511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2" name="Google Shape;362;p40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40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40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40"/>
          <p:cNvSpPr/>
          <p:nvPr>
            <p:ph idx="3" type="pic"/>
          </p:nvPr>
        </p:nvSpPr>
        <p:spPr>
          <a:xfrm>
            <a:off x="4167175" y="2571748"/>
            <a:ext cx="4724100" cy="1771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Agenda">
  <p:cSld name="TITLE_AND_BODY_1">
    <p:bg>
      <p:bgPr>
        <a:solidFill>
          <a:schemeClr val="dk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/>
          <p:nvPr>
            <p:ph type="title"/>
          </p:nvPr>
        </p:nvSpPr>
        <p:spPr>
          <a:xfrm>
            <a:off x="252575" y="627725"/>
            <a:ext cx="8511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8" name="Google Shape;368;p41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" name="Google Shape;369;p41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0" name="Google Shape;370;p41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3" type="body"/>
          </p:nvPr>
        </p:nvSpPr>
        <p:spPr>
          <a:xfrm>
            <a:off x="250225" y="1537750"/>
            <a:ext cx="3917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Char char="●"/>
              <a:defRPr sz="750">
                <a:solidFill>
                  <a:schemeClr val="lt1"/>
                </a:solidFill>
              </a:defRPr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  <a:defRPr sz="750">
                <a:solidFill>
                  <a:schemeClr val="lt1"/>
                </a:solidFill>
              </a:defRPr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  <a:defRPr sz="750">
                <a:solidFill>
                  <a:schemeClr val="lt1"/>
                </a:solidFill>
              </a:defRPr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2" name="Google Shape;372;p41"/>
          <p:cNvSpPr txBox="1"/>
          <p:nvPr>
            <p:ph idx="4" type="title"/>
          </p:nvPr>
        </p:nvSpPr>
        <p:spPr>
          <a:xfrm>
            <a:off x="248323" y="1036450"/>
            <a:ext cx="4730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3" name="Google Shape;373;p41"/>
          <p:cNvSpPr txBox="1"/>
          <p:nvPr>
            <p:ph idx="5" type="body"/>
          </p:nvPr>
        </p:nvSpPr>
        <p:spPr>
          <a:xfrm>
            <a:off x="5144500" y="741425"/>
            <a:ext cx="27666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Char char="●"/>
              <a:defRPr sz="750">
                <a:solidFill>
                  <a:schemeClr val="lt1"/>
                </a:solidFill>
              </a:defRPr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  <a:defRPr sz="750">
                <a:solidFill>
                  <a:schemeClr val="lt1"/>
                </a:solidFill>
              </a:defRPr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  <a:defRPr sz="750">
                <a:solidFill>
                  <a:schemeClr val="lt1"/>
                </a:solidFill>
              </a:defRPr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4" name="Google Shape;374;p41"/>
          <p:cNvSpPr txBox="1"/>
          <p:nvPr>
            <p:ph idx="6" type="body"/>
          </p:nvPr>
        </p:nvSpPr>
        <p:spPr>
          <a:xfrm>
            <a:off x="8076450" y="741425"/>
            <a:ext cx="816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69875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Char char="●"/>
              <a:defRPr sz="750">
                <a:solidFill>
                  <a:schemeClr val="lt1"/>
                </a:solidFill>
              </a:defRPr>
            </a:lvl1pPr>
            <a:lvl2pPr indent="-276225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2pPr>
            <a:lvl3pPr indent="-276225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  <a:defRPr sz="750">
                <a:solidFill>
                  <a:schemeClr val="lt1"/>
                </a:solidFill>
              </a:defRPr>
            </a:lvl4pPr>
            <a:lvl5pPr indent="-276225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5pPr>
            <a:lvl6pPr indent="-276225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6pPr>
            <a:lvl7pPr indent="-276225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  <a:defRPr sz="750">
                <a:solidFill>
                  <a:schemeClr val="lt1"/>
                </a:solidFill>
              </a:defRPr>
            </a:lvl7pPr>
            <a:lvl8pPr indent="-276225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  <a:defRPr sz="750">
                <a:solidFill>
                  <a:schemeClr val="lt1"/>
                </a:solidFill>
              </a:defRPr>
            </a:lvl8pPr>
            <a:lvl9pPr indent="-276225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■"/>
              <a:defRPr sz="7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7" type="subTitle"/>
          </p:nvPr>
        </p:nvSpPr>
        <p:spPr>
          <a:xfrm>
            <a:off x="5144500" y="627725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idx="8" type="subTitle"/>
          </p:nvPr>
        </p:nvSpPr>
        <p:spPr>
          <a:xfrm>
            <a:off x="8081850" y="627725"/>
            <a:ext cx="8094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7" name="Google Shape;377;p41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Quote + image  (black)">
  <p:cSld name="TITLE_AND_BODY_1_2">
    <p:bg>
      <p:bgPr>
        <a:solidFill>
          <a:schemeClr val="dk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42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42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42"/>
          <p:cNvSpPr/>
          <p:nvPr>
            <p:ph idx="3" type="pic"/>
          </p:nvPr>
        </p:nvSpPr>
        <p:spPr>
          <a:xfrm>
            <a:off x="4167175" y="2571748"/>
            <a:ext cx="4724100" cy="17715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42"/>
          <p:cNvSpPr txBox="1"/>
          <p:nvPr>
            <p:ph type="title"/>
          </p:nvPr>
        </p:nvSpPr>
        <p:spPr>
          <a:xfrm>
            <a:off x="252575" y="405550"/>
            <a:ext cx="8511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Title page (white)">
  <p:cSld name="TITLE_AND_BODY_1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43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3"/>
          <p:cNvSpPr txBox="1"/>
          <p:nvPr>
            <p:ph type="title"/>
          </p:nvPr>
        </p:nvSpPr>
        <p:spPr>
          <a:xfrm>
            <a:off x="252575" y="627725"/>
            <a:ext cx="8640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43"/>
          <p:cNvSpPr txBox="1"/>
          <p:nvPr>
            <p:ph idx="3" type="title"/>
          </p:nvPr>
        </p:nvSpPr>
        <p:spPr>
          <a:xfrm>
            <a:off x="248325" y="1131550"/>
            <a:ext cx="86409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Title page + image (white)">
  <p:cSld name="TITLE_AND_BODY_1_1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44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44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4"/>
          <p:cNvSpPr/>
          <p:nvPr>
            <p:ph idx="3" type="pic"/>
          </p:nvPr>
        </p:nvSpPr>
        <p:spPr>
          <a:xfrm>
            <a:off x="4971950" y="627725"/>
            <a:ext cx="3919500" cy="37158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44"/>
          <p:cNvSpPr txBox="1"/>
          <p:nvPr>
            <p:ph type="title"/>
          </p:nvPr>
        </p:nvSpPr>
        <p:spPr>
          <a:xfrm>
            <a:off x="252575" y="627725"/>
            <a:ext cx="47193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44"/>
          <p:cNvSpPr txBox="1"/>
          <p:nvPr>
            <p:ph idx="4" type="title"/>
          </p:nvPr>
        </p:nvSpPr>
        <p:spPr>
          <a:xfrm>
            <a:off x="248325" y="1131550"/>
            <a:ext cx="39195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800"/>
              <a:buNone/>
              <a:defRPr sz="2800">
                <a:solidFill>
                  <a:srgbClr val="9E9E9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800"/>
              <a:buNone/>
              <a:defRPr sz="2800">
                <a:solidFill>
                  <a:srgbClr val="9E9E9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800"/>
              <a:buNone/>
              <a:defRPr sz="2800">
                <a:solidFill>
                  <a:srgbClr val="9E9E9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800"/>
              <a:buNone/>
              <a:defRPr sz="2800">
                <a:solidFill>
                  <a:srgbClr val="9E9E9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800"/>
              <a:buNone/>
              <a:defRPr sz="2800">
                <a:solidFill>
                  <a:srgbClr val="9E9E9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800"/>
              <a:buNone/>
              <a:defRPr sz="2800">
                <a:solidFill>
                  <a:srgbClr val="9E9E9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800"/>
              <a:buNone/>
              <a:defRPr sz="2800">
                <a:solidFill>
                  <a:srgbClr val="9E9E9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800"/>
              <a:buNone/>
              <a:defRPr sz="2800">
                <a:solidFill>
                  <a:srgbClr val="9E9E9E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Full image">
  <p:cSld name="TITLE_AND_BODY_1_1_1_2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5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45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45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  <a:defRPr sz="450"/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5"/>
          <p:cNvSpPr txBox="1"/>
          <p:nvPr/>
        </p:nvSpPr>
        <p:spPr>
          <a:xfrm>
            <a:off x="453350" y="4749497"/>
            <a:ext cx="16875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 Your use of these materials is governed by the terms of your written agreement with o9 solutions.All unauthorized use and reproduction or distribution is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5"/>
          <p:cNvSpPr/>
          <p:nvPr/>
        </p:nvSpPr>
        <p:spPr>
          <a:xfrm>
            <a:off x="252804" y="4744650"/>
            <a:ext cx="146249" cy="14624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Title page + image (black)">
  <p:cSld name="TITLE_AND_BODY_1_1_1_1">
    <p:bg>
      <p:bgPr>
        <a:solidFill>
          <a:schemeClr val="dk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p46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46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9" name="Google Shape;409;p46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6"/>
          <p:cNvSpPr txBox="1"/>
          <p:nvPr>
            <p:ph type="title"/>
          </p:nvPr>
        </p:nvSpPr>
        <p:spPr>
          <a:xfrm>
            <a:off x="252575" y="627725"/>
            <a:ext cx="47193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46"/>
          <p:cNvSpPr txBox="1"/>
          <p:nvPr>
            <p:ph idx="3" type="title"/>
          </p:nvPr>
        </p:nvSpPr>
        <p:spPr>
          <a:xfrm>
            <a:off x="248325" y="1131550"/>
            <a:ext cx="39195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2" name="Google Shape;412;p46"/>
          <p:cNvSpPr/>
          <p:nvPr>
            <p:ph idx="4" type="pic"/>
          </p:nvPr>
        </p:nvSpPr>
        <p:spPr>
          <a:xfrm>
            <a:off x="4971950" y="627725"/>
            <a:ext cx="3919500" cy="371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+">
  <p:cSld name="One column +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"/>
          <p:cNvSpPr txBox="1"/>
          <p:nvPr>
            <p:ph type="title"/>
          </p:nvPr>
        </p:nvSpPr>
        <p:spPr>
          <a:xfrm>
            <a:off x="227777" y="426244"/>
            <a:ext cx="828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5" name="Google Shape;415;p47"/>
          <p:cNvSpPr txBox="1"/>
          <p:nvPr>
            <p:ph idx="12" type="sldNum"/>
          </p:nvPr>
        </p:nvSpPr>
        <p:spPr>
          <a:xfrm>
            <a:off x="8817437" y="4826100"/>
            <a:ext cx="75300" cy="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47"/>
          <p:cNvSpPr txBox="1"/>
          <p:nvPr>
            <p:ph idx="1" type="body"/>
          </p:nvPr>
        </p:nvSpPr>
        <p:spPr>
          <a:xfrm>
            <a:off x="225029" y="228839"/>
            <a:ext cx="8490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450"/>
              <a:buNone/>
              <a:defRPr b="0" i="0" sz="45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450"/>
              <a:buNone/>
              <a:defRPr sz="45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4pPr>
            <a:lvl5pPr indent="-228600" lvl="4" marL="22860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17" name="Google Shape;417;p47"/>
          <p:cNvSpPr txBox="1"/>
          <p:nvPr>
            <p:ph idx="2" type="body"/>
          </p:nvPr>
        </p:nvSpPr>
        <p:spPr>
          <a:xfrm>
            <a:off x="225029" y="673417"/>
            <a:ext cx="766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050"/>
              <a:buNone/>
              <a:defRPr b="0" i="0"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350"/>
              <a:buNone/>
              <a:defRPr b="0" i="0" sz="13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b="0" i="0" sz="13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b="0" i="0" sz="13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b="0" i="0" sz="13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18" name="Google Shape;418;p47"/>
          <p:cNvSpPr txBox="1"/>
          <p:nvPr>
            <p:ph idx="3" type="body"/>
          </p:nvPr>
        </p:nvSpPr>
        <p:spPr>
          <a:xfrm>
            <a:off x="227778" y="1059656"/>
            <a:ext cx="37776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b="0" i="0" sz="56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19" name="Google Shape;419;p47"/>
          <p:cNvSpPr txBox="1"/>
          <p:nvPr>
            <p:ph idx="4" type="body"/>
          </p:nvPr>
        </p:nvSpPr>
        <p:spPr>
          <a:xfrm>
            <a:off x="225028" y="1221530"/>
            <a:ext cx="37776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8"/>
          <p:cNvSpPr txBox="1"/>
          <p:nvPr>
            <p:ph type="title"/>
          </p:nvPr>
        </p:nvSpPr>
        <p:spPr>
          <a:xfrm>
            <a:off x="426244" y="235603"/>
            <a:ext cx="755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48"/>
          <p:cNvSpPr txBox="1"/>
          <p:nvPr>
            <p:ph idx="1" type="body"/>
          </p:nvPr>
        </p:nvSpPr>
        <p:spPr>
          <a:xfrm>
            <a:off x="426244" y="1431131"/>
            <a:ext cx="5454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108000">
            <a:spAutoFit/>
          </a:bodyPr>
          <a:lstStyle>
            <a:lvl1pPr indent="-317500" lvl="0" marL="457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23" name="Google Shape;423;p48"/>
          <p:cNvSpPr txBox="1"/>
          <p:nvPr>
            <p:ph idx="12" type="sldNum"/>
          </p:nvPr>
        </p:nvSpPr>
        <p:spPr>
          <a:xfrm>
            <a:off x="8844509" y="4869995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4" name="Google Shape;424;p48"/>
          <p:cNvSpPr txBox="1"/>
          <p:nvPr>
            <p:ph idx="11" type="ftr"/>
          </p:nvPr>
        </p:nvSpPr>
        <p:spPr>
          <a:xfrm>
            <a:off x="2925697" y="4981621"/>
            <a:ext cx="3292800" cy="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1_Two Conten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9"/>
          <p:cNvSpPr txBox="1"/>
          <p:nvPr>
            <p:ph type="title"/>
          </p:nvPr>
        </p:nvSpPr>
        <p:spPr>
          <a:xfrm>
            <a:off x="426244" y="235603"/>
            <a:ext cx="755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7" name="Google Shape;427;p49"/>
          <p:cNvSpPr txBox="1"/>
          <p:nvPr>
            <p:ph idx="12" type="sldNum"/>
          </p:nvPr>
        </p:nvSpPr>
        <p:spPr>
          <a:xfrm>
            <a:off x="8844509" y="4869995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49"/>
          <p:cNvSpPr txBox="1"/>
          <p:nvPr>
            <p:ph idx="1" type="body"/>
          </p:nvPr>
        </p:nvSpPr>
        <p:spPr>
          <a:xfrm>
            <a:off x="427333" y="1422241"/>
            <a:ext cx="3410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29" name="Google Shape;429;p49"/>
          <p:cNvSpPr txBox="1"/>
          <p:nvPr>
            <p:ph idx="2" type="body"/>
          </p:nvPr>
        </p:nvSpPr>
        <p:spPr>
          <a:xfrm>
            <a:off x="4572000" y="1422241"/>
            <a:ext cx="3411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30" name="Google Shape;430;p49"/>
          <p:cNvSpPr txBox="1"/>
          <p:nvPr/>
        </p:nvSpPr>
        <p:spPr>
          <a:xfrm>
            <a:off x="2925697" y="4952437"/>
            <a:ext cx="3292800" cy="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  Any unauthorized use, reproduction or distribution is strictly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">
  <p:cSld name="Six column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0"/>
          <p:cNvSpPr txBox="1"/>
          <p:nvPr>
            <p:ph type="title"/>
          </p:nvPr>
        </p:nvSpPr>
        <p:spPr>
          <a:xfrm>
            <a:off x="227777" y="426244"/>
            <a:ext cx="828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3" name="Google Shape;433;p50"/>
          <p:cNvSpPr txBox="1"/>
          <p:nvPr>
            <p:ph idx="12" type="sldNum"/>
          </p:nvPr>
        </p:nvSpPr>
        <p:spPr>
          <a:xfrm>
            <a:off x="8819441" y="4826099"/>
            <a:ext cx="73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" name="Google Shape;434;p50"/>
          <p:cNvSpPr txBox="1"/>
          <p:nvPr>
            <p:ph idx="1" type="body"/>
          </p:nvPr>
        </p:nvSpPr>
        <p:spPr>
          <a:xfrm>
            <a:off x="225028" y="228839"/>
            <a:ext cx="8490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b="0" i="0" sz="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35" name="Google Shape;435;p50"/>
          <p:cNvSpPr txBox="1"/>
          <p:nvPr>
            <p:ph idx="2" type="body"/>
          </p:nvPr>
        </p:nvSpPr>
        <p:spPr>
          <a:xfrm>
            <a:off x="225029" y="673417"/>
            <a:ext cx="766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b="0" i="0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36" name="Google Shape;436;p50"/>
          <p:cNvSpPr txBox="1"/>
          <p:nvPr>
            <p:ph idx="3" type="body"/>
          </p:nvPr>
        </p:nvSpPr>
        <p:spPr>
          <a:xfrm>
            <a:off x="227777" y="1929329"/>
            <a:ext cx="18060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0" i="0" sz="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37" name="Google Shape;437;p50"/>
          <p:cNvSpPr txBox="1"/>
          <p:nvPr>
            <p:ph idx="4" type="body"/>
          </p:nvPr>
        </p:nvSpPr>
        <p:spPr>
          <a:xfrm>
            <a:off x="4148267" y="1929329"/>
            <a:ext cx="18060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0" i="0" sz="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38" name="Google Shape;438;p50"/>
          <p:cNvSpPr txBox="1"/>
          <p:nvPr>
            <p:ph idx="5" type="body"/>
          </p:nvPr>
        </p:nvSpPr>
        <p:spPr>
          <a:xfrm>
            <a:off x="225028" y="2091203"/>
            <a:ext cx="18087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50"/>
          <p:cNvSpPr txBox="1"/>
          <p:nvPr>
            <p:ph idx="6" type="body"/>
          </p:nvPr>
        </p:nvSpPr>
        <p:spPr>
          <a:xfrm>
            <a:off x="2179559" y="2091203"/>
            <a:ext cx="18087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0" name="Google Shape;440;p50"/>
          <p:cNvSpPr txBox="1"/>
          <p:nvPr>
            <p:ph idx="7" type="body"/>
          </p:nvPr>
        </p:nvSpPr>
        <p:spPr>
          <a:xfrm>
            <a:off x="4145519" y="2091203"/>
            <a:ext cx="18087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50"/>
          <p:cNvSpPr txBox="1"/>
          <p:nvPr>
            <p:ph idx="8" type="body"/>
          </p:nvPr>
        </p:nvSpPr>
        <p:spPr>
          <a:xfrm>
            <a:off x="2185274" y="1932530"/>
            <a:ext cx="18087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0" i="0" sz="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2" name="Google Shape;442;p50"/>
          <p:cNvSpPr/>
          <p:nvPr>
            <p:ph idx="9" type="pic"/>
          </p:nvPr>
        </p:nvSpPr>
        <p:spPr>
          <a:xfrm>
            <a:off x="225029" y="2787461"/>
            <a:ext cx="8667600" cy="171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0"/>
          <p:cNvSpPr txBox="1"/>
          <p:nvPr>
            <p:ph idx="13" type="body"/>
          </p:nvPr>
        </p:nvSpPr>
        <p:spPr>
          <a:xfrm>
            <a:off x="225029" y="1059656"/>
            <a:ext cx="18087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0" i="0" sz="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4" name="Google Shape;444;p50"/>
          <p:cNvSpPr txBox="1"/>
          <p:nvPr>
            <p:ph idx="14" type="body"/>
          </p:nvPr>
        </p:nvSpPr>
        <p:spPr>
          <a:xfrm>
            <a:off x="225028" y="1221530"/>
            <a:ext cx="18087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5" name="Google Shape;445;p50"/>
          <p:cNvSpPr txBox="1"/>
          <p:nvPr>
            <p:ph idx="15" type="body"/>
          </p:nvPr>
        </p:nvSpPr>
        <p:spPr>
          <a:xfrm>
            <a:off x="2174853" y="1066380"/>
            <a:ext cx="18087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0" i="0" sz="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50"/>
          <p:cNvSpPr txBox="1"/>
          <p:nvPr>
            <p:ph idx="16" type="body"/>
          </p:nvPr>
        </p:nvSpPr>
        <p:spPr>
          <a:xfrm>
            <a:off x="2174852" y="1228254"/>
            <a:ext cx="18087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7" name="Google Shape;447;p50"/>
          <p:cNvSpPr txBox="1"/>
          <p:nvPr>
            <p:ph idx="17" type="body"/>
          </p:nvPr>
        </p:nvSpPr>
        <p:spPr>
          <a:xfrm>
            <a:off x="4151571" y="1059657"/>
            <a:ext cx="18087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0" i="0" sz="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8" name="Google Shape;448;p50"/>
          <p:cNvSpPr txBox="1"/>
          <p:nvPr>
            <p:ph idx="18" type="body"/>
          </p:nvPr>
        </p:nvSpPr>
        <p:spPr>
          <a:xfrm>
            <a:off x="4151570" y="1221531"/>
            <a:ext cx="18087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w section" showMasterSp="0">
  <p:cSld name="New section">
    <p:bg>
      <p:bgPr>
        <a:solidFill>
          <a:schemeClr val="dk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"/>
          <p:cNvSpPr txBox="1"/>
          <p:nvPr>
            <p:ph idx="12" type="sldNum"/>
          </p:nvPr>
        </p:nvSpPr>
        <p:spPr>
          <a:xfrm>
            <a:off x="8844509" y="4869995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1" name="Google Shape;451;p51"/>
          <p:cNvCxnSpPr/>
          <p:nvPr/>
        </p:nvCxnSpPr>
        <p:spPr>
          <a:xfrm rot="10800000">
            <a:off x="-46" y="4871683"/>
            <a:ext cx="6840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2" name="Google Shape;452;p51"/>
          <p:cNvSpPr/>
          <p:nvPr/>
        </p:nvSpPr>
        <p:spPr>
          <a:xfrm>
            <a:off x="301595" y="345912"/>
            <a:ext cx="214800" cy="21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1000" lIns="81000" spcFirstLastPara="1" rIns="81000" wrap="square" tIns="8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1"/>
          <p:cNvSpPr txBox="1"/>
          <p:nvPr>
            <p:ph type="ctrTitle"/>
          </p:nvPr>
        </p:nvSpPr>
        <p:spPr>
          <a:xfrm>
            <a:off x="390040" y="1984043"/>
            <a:ext cx="570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454" name="Google Shape;454;p51"/>
          <p:cNvGrpSpPr/>
          <p:nvPr/>
        </p:nvGrpSpPr>
        <p:grpSpPr>
          <a:xfrm flipH="1" rot="10800000">
            <a:off x="-46" y="0"/>
            <a:ext cx="6840901" cy="5143500"/>
            <a:chOff x="2499299" y="0"/>
            <a:chExt cx="9121201" cy="6858000"/>
          </a:xfrm>
        </p:grpSpPr>
        <p:cxnSp>
          <p:nvCxnSpPr>
            <p:cNvPr id="455" name="Google Shape;455;p51"/>
            <p:cNvCxnSpPr/>
            <p:nvPr/>
          </p:nvCxnSpPr>
          <p:spPr>
            <a:xfrm>
              <a:off x="1162050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" name="Google Shape;456;p51"/>
            <p:cNvCxnSpPr/>
            <p:nvPr/>
          </p:nvCxnSpPr>
          <p:spPr>
            <a:xfrm flipH="1">
              <a:off x="2499299" y="362423"/>
              <a:ext cx="9121200" cy="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Icon&#10;&#10;Description automatically generated" id="457" name="Google Shape;457;p51"/>
          <p:cNvSpPr/>
          <p:nvPr/>
        </p:nvSpPr>
        <p:spPr>
          <a:xfrm>
            <a:off x="374324" y="4897257"/>
            <a:ext cx="214745" cy="21546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/>
          <p:nvPr/>
        </p:nvSpPr>
        <p:spPr>
          <a:xfrm>
            <a:off x="2925697" y="4952437"/>
            <a:ext cx="3292800" cy="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  Any unauthorized use, reproduction or distribution is strictly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Two Content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2"/>
          <p:cNvSpPr txBox="1"/>
          <p:nvPr>
            <p:ph type="title"/>
          </p:nvPr>
        </p:nvSpPr>
        <p:spPr>
          <a:xfrm>
            <a:off x="426244" y="235603"/>
            <a:ext cx="755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1" name="Google Shape;461;p52"/>
          <p:cNvSpPr txBox="1"/>
          <p:nvPr>
            <p:ph idx="12" type="sldNum"/>
          </p:nvPr>
        </p:nvSpPr>
        <p:spPr>
          <a:xfrm>
            <a:off x="8844509" y="4869995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2" name="Google Shape;462;p52"/>
          <p:cNvSpPr txBox="1"/>
          <p:nvPr>
            <p:ph idx="1" type="body"/>
          </p:nvPr>
        </p:nvSpPr>
        <p:spPr>
          <a:xfrm>
            <a:off x="427333" y="1422241"/>
            <a:ext cx="3410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63" name="Google Shape;463;p52"/>
          <p:cNvSpPr txBox="1"/>
          <p:nvPr>
            <p:ph idx="2" type="body"/>
          </p:nvPr>
        </p:nvSpPr>
        <p:spPr>
          <a:xfrm>
            <a:off x="4572000" y="1422241"/>
            <a:ext cx="3411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64" name="Google Shape;464;p52"/>
          <p:cNvSpPr txBox="1"/>
          <p:nvPr/>
        </p:nvSpPr>
        <p:spPr>
          <a:xfrm>
            <a:off x="2925697" y="4952437"/>
            <a:ext cx="3292800" cy="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  Any unauthorized use, reproduction or distribution is strictly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Plus">
  <p:cSld name="One Column Plus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3"/>
          <p:cNvSpPr txBox="1"/>
          <p:nvPr>
            <p:ph type="title"/>
          </p:nvPr>
        </p:nvSpPr>
        <p:spPr>
          <a:xfrm>
            <a:off x="426244" y="235603"/>
            <a:ext cx="755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7" name="Google Shape;467;p53"/>
          <p:cNvSpPr txBox="1"/>
          <p:nvPr>
            <p:ph idx="12" type="sldNum"/>
          </p:nvPr>
        </p:nvSpPr>
        <p:spPr>
          <a:xfrm>
            <a:off x="8844509" y="4869995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" name="Google Shape;468;p53"/>
          <p:cNvSpPr txBox="1"/>
          <p:nvPr>
            <p:ph idx="1" type="body"/>
          </p:nvPr>
        </p:nvSpPr>
        <p:spPr>
          <a:xfrm>
            <a:off x="426243" y="1424785"/>
            <a:ext cx="2620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69" name="Google Shape;469;p53"/>
          <p:cNvSpPr txBox="1"/>
          <p:nvPr/>
        </p:nvSpPr>
        <p:spPr>
          <a:xfrm>
            <a:off x="2925697" y="4952437"/>
            <a:ext cx="3292800" cy="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  Any unauthorized use, reproduction or distribution is strictly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4"/>
          <p:cNvSpPr txBox="1"/>
          <p:nvPr>
            <p:ph type="title"/>
          </p:nvPr>
        </p:nvSpPr>
        <p:spPr>
          <a:xfrm>
            <a:off x="426244" y="235603"/>
            <a:ext cx="755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2" name="Google Shape;472;p54"/>
          <p:cNvSpPr txBox="1"/>
          <p:nvPr>
            <p:ph idx="1" type="body"/>
          </p:nvPr>
        </p:nvSpPr>
        <p:spPr>
          <a:xfrm>
            <a:off x="426244" y="1424783"/>
            <a:ext cx="5454600" cy="23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73" name="Google Shape;473;p54"/>
          <p:cNvSpPr txBox="1"/>
          <p:nvPr>
            <p:ph idx="12" type="sldNum"/>
          </p:nvPr>
        </p:nvSpPr>
        <p:spPr>
          <a:xfrm>
            <a:off x="8844509" y="4869995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54"/>
          <p:cNvSpPr txBox="1"/>
          <p:nvPr/>
        </p:nvSpPr>
        <p:spPr>
          <a:xfrm>
            <a:off x="2925697" y="4952437"/>
            <a:ext cx="3292800" cy="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  Any unauthorized use, reproduction or distribution is strictly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 txBox="1"/>
          <p:nvPr>
            <p:ph type="title"/>
          </p:nvPr>
        </p:nvSpPr>
        <p:spPr>
          <a:xfrm>
            <a:off x="429768" y="235603"/>
            <a:ext cx="755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77" name="Google Shape;477;p55"/>
          <p:cNvSpPr txBox="1"/>
          <p:nvPr>
            <p:ph idx="12" type="sldNum"/>
          </p:nvPr>
        </p:nvSpPr>
        <p:spPr>
          <a:xfrm>
            <a:off x="8844509" y="4870008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Blank 1">
  <p:cSld name="2025_Blank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6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8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" name="Google Shape;480;p56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1" name="Google Shape;481;p56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900"/>
              <a:buNone/>
              <a:defRPr sz="12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2" name="Google Shape;482;p56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3" name="Google Shape;483;p56"/>
          <p:cNvSpPr txBox="1"/>
          <p:nvPr>
            <p:ph idx="3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  <a:defRPr sz="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+ Image" showMasterSp="0">
  <p:cSld name="Title Slide + Image">
    <p:bg>
      <p:bgPr>
        <a:solidFill>
          <a:schemeClr val="dk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7"/>
          <p:cNvSpPr txBox="1"/>
          <p:nvPr/>
        </p:nvSpPr>
        <p:spPr>
          <a:xfrm>
            <a:off x="432901" y="4610141"/>
            <a:ext cx="166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  Any unauthorized </a:t>
            </a:r>
            <a:br>
              <a:rPr b="0" i="0" lang="en-US" sz="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use, reproduction or distribution is strictly prohibited.</a:t>
            </a:r>
            <a:endParaRPr b="0" i="0" sz="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7"/>
          <p:cNvSpPr txBox="1"/>
          <p:nvPr>
            <p:ph type="ctrTitle"/>
          </p:nvPr>
        </p:nvSpPr>
        <p:spPr>
          <a:xfrm>
            <a:off x="390040" y="2590076"/>
            <a:ext cx="570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7" name="Google Shape;487;p57"/>
          <p:cNvSpPr/>
          <p:nvPr/>
        </p:nvSpPr>
        <p:spPr>
          <a:xfrm>
            <a:off x="102026" y="1109240"/>
            <a:ext cx="1180134" cy="1093414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7"/>
          <p:cNvSpPr/>
          <p:nvPr>
            <p:ph idx="2" type="pic"/>
          </p:nvPr>
        </p:nvSpPr>
        <p:spPr>
          <a:xfrm>
            <a:off x="6824663" y="0"/>
            <a:ext cx="231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9" name="Google Shape;489;p57"/>
          <p:cNvSpPr txBox="1"/>
          <p:nvPr>
            <p:ph idx="1" type="subTitle"/>
          </p:nvPr>
        </p:nvSpPr>
        <p:spPr>
          <a:xfrm>
            <a:off x="426243" y="555524"/>
            <a:ext cx="262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490" name="Google Shape;490;p57"/>
          <p:cNvCxnSpPr/>
          <p:nvPr/>
        </p:nvCxnSpPr>
        <p:spPr>
          <a:xfrm>
            <a:off x="6824663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"/>
          <p:cNvSpPr txBox="1"/>
          <p:nvPr>
            <p:ph type="title"/>
          </p:nvPr>
        </p:nvSpPr>
        <p:spPr>
          <a:xfrm>
            <a:off x="526160" y="276225"/>
            <a:ext cx="81012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3" name="Google Shape;493;p58"/>
          <p:cNvSpPr txBox="1"/>
          <p:nvPr>
            <p:ph idx="1" type="body"/>
          </p:nvPr>
        </p:nvSpPr>
        <p:spPr>
          <a:xfrm>
            <a:off x="526160" y="1059656"/>
            <a:ext cx="81009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4" name="Google Shape;494;p58"/>
          <p:cNvSpPr txBox="1"/>
          <p:nvPr>
            <p:ph idx="12" type="sldNum"/>
          </p:nvPr>
        </p:nvSpPr>
        <p:spPr>
          <a:xfrm>
            <a:off x="8081025" y="4940301"/>
            <a:ext cx="548700" cy="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Blank 1 1 1">
  <p:cSld name="2025_Blank 1 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59"/>
          <p:cNvSpPr txBox="1"/>
          <p:nvPr>
            <p:ph type="title"/>
          </p:nvPr>
        </p:nvSpPr>
        <p:spPr>
          <a:xfrm>
            <a:off x="252585" y="2531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59"/>
          <p:cNvSpPr txBox="1"/>
          <p:nvPr>
            <p:ph idx="2" type="title"/>
          </p:nvPr>
        </p:nvSpPr>
        <p:spPr>
          <a:xfrm>
            <a:off x="248320" y="5276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00"/>
              <a:buNone/>
              <a:defRPr sz="12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2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2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2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2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2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2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2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28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0"/>
          <p:cNvSpPr txBox="1"/>
          <p:nvPr>
            <p:ph type="title"/>
          </p:nvPr>
        </p:nvSpPr>
        <p:spPr>
          <a:xfrm>
            <a:off x="228600" y="114300"/>
            <a:ext cx="78486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501" name="Google Shape;501;p60"/>
          <p:cNvSpPr txBox="1"/>
          <p:nvPr>
            <p:ph idx="1" type="body"/>
          </p:nvPr>
        </p:nvSpPr>
        <p:spPr>
          <a:xfrm>
            <a:off x="137160" y="857250"/>
            <a:ext cx="8869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5DA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29346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05DA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29346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005DA2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2" name="Google Shape;502;p60"/>
          <p:cNvSpPr txBox="1"/>
          <p:nvPr>
            <p:ph idx="12" type="sldNum"/>
          </p:nvPr>
        </p:nvSpPr>
        <p:spPr>
          <a:xfrm>
            <a:off x="8702194" y="4972050"/>
            <a:ext cx="44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p60"/>
          <p:cNvSpPr txBox="1"/>
          <p:nvPr>
            <p:ph idx="11" type="ftr"/>
          </p:nvPr>
        </p:nvSpPr>
        <p:spPr>
          <a:xfrm>
            <a:off x="0" y="4962782"/>
            <a:ext cx="157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5_Title page (black) 4">
  <p:cSld name="TITLE_AND_BODY_1_1_1_1_1_4">
    <p:bg>
      <p:bgPr>
        <a:solidFill>
          <a:schemeClr val="dk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1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6" name="Google Shape;506;p61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7" name="Google Shape;507;p61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"/>
              <a:buNone/>
              <a:defRPr sz="45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8" name="Google Shape;508;p61"/>
          <p:cNvSpPr/>
          <p:nvPr/>
        </p:nvSpPr>
        <p:spPr>
          <a:xfrm>
            <a:off x="252475" y="4744650"/>
            <a:ext cx="146251" cy="146251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61"/>
          <p:cNvSpPr txBox="1"/>
          <p:nvPr>
            <p:ph type="title"/>
          </p:nvPr>
        </p:nvSpPr>
        <p:spPr>
          <a:xfrm>
            <a:off x="252575" y="627725"/>
            <a:ext cx="8640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p61"/>
          <p:cNvSpPr txBox="1"/>
          <p:nvPr>
            <p:ph idx="3" type="title"/>
          </p:nvPr>
        </p:nvSpPr>
        <p:spPr>
          <a:xfrm>
            <a:off x="248325" y="1131550"/>
            <a:ext cx="86409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38" Type="http://schemas.openxmlformats.org/officeDocument/2006/relationships/theme" Target="../theme/theme3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252475" y="1286275"/>
            <a:ext cx="8520600" cy="3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762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●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6225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○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6225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■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6225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●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6225" lvl="4" marL="228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○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6225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■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6225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●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6225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○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6225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■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22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" name="Google Shape;1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1495" y="4744550"/>
            <a:ext cx="146249" cy="1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2"/>
          <p:cNvSpPr txBox="1"/>
          <p:nvPr/>
        </p:nvSpPr>
        <p:spPr>
          <a:xfrm>
            <a:off x="453350" y="4749497"/>
            <a:ext cx="16875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o9 solutions, inc. Confidential and proprietary. Your use of these materials is governed by the terms of your written agreement with o9 solutions.All unauthorized use and reproduction or distribution is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59">
          <p15:clr>
            <a:srgbClr val="E46962"/>
          </p15:clr>
        </p15:guide>
        <p15:guide id="2" pos="159">
          <p15:clr>
            <a:srgbClr val="FF3D00"/>
          </p15:clr>
        </p15:guide>
        <p15:guide id="3" pos="5601">
          <p15:clr>
            <a:srgbClr val="FF3D00"/>
          </p15:clr>
        </p15:guide>
        <p15:guide id="4" orient="horz" pos="395">
          <p15:clr>
            <a:srgbClr val="E46962"/>
          </p15:clr>
        </p15:guide>
        <p15:guide id="5" orient="horz" pos="3081">
          <p15:clr>
            <a:srgbClr val="E46962"/>
          </p15:clr>
        </p15:guide>
        <p15:guide id="6" pos="3752">
          <p15:clr>
            <a:srgbClr val="FF3D00"/>
          </p15:clr>
        </p15:guide>
        <p15:guide id="7" orient="horz" pos="810">
          <p15:clr>
            <a:srgbClr val="E46962"/>
          </p15:clr>
        </p15:guide>
        <p15:guide id="8" orient="horz" pos="2736">
          <p15:clr>
            <a:srgbClr val="E46962"/>
          </p15:clr>
        </p15:guide>
        <p15:guide id="9" pos="3856">
          <p15:clr>
            <a:srgbClr val="FF3D00"/>
          </p15:clr>
        </p15:guide>
        <p15:guide id="10" pos="4368">
          <p15:clr>
            <a:srgbClr val="FF3D00"/>
          </p15:clr>
        </p15:guide>
        <p15:guide id="11" pos="4472">
          <p15:clr>
            <a:srgbClr val="FF3D00"/>
          </p15:clr>
        </p15:guide>
        <p15:guide id="12" pos="4983">
          <p15:clr>
            <a:srgbClr val="FF3D00"/>
          </p15:clr>
        </p15:guide>
        <p15:guide id="13" pos="5088">
          <p15:clr>
            <a:srgbClr val="FF3D00"/>
          </p15:clr>
        </p15:guide>
        <p15:guide id="14" pos="674">
          <p15:clr>
            <a:srgbClr val="FF3D00"/>
          </p15:clr>
        </p15:guide>
        <p15:guide id="15" pos="778">
          <p15:clr>
            <a:srgbClr val="FF3D00"/>
          </p15:clr>
        </p15:guide>
        <p15:guide id="16" pos="1287">
          <p15:clr>
            <a:srgbClr val="FF3D00"/>
          </p15:clr>
        </p15:guide>
        <p15:guide id="17" pos="1394">
          <p15:clr>
            <a:srgbClr val="FF3D00"/>
          </p15:clr>
        </p15:guide>
        <p15:guide id="18" pos="1905">
          <p15:clr>
            <a:srgbClr val="FF3D00"/>
          </p15:clr>
        </p15:guide>
        <p15:guide id="19" pos="2009">
          <p15:clr>
            <a:srgbClr val="FF3D00"/>
          </p15:clr>
        </p15:guide>
        <p15:guide id="20" pos="2521">
          <p15:clr>
            <a:srgbClr val="FF3D00"/>
          </p15:clr>
        </p15:guide>
        <p15:guide id="21" pos="2625">
          <p15:clr>
            <a:srgbClr val="FF3D00"/>
          </p15:clr>
        </p15:guide>
        <p15:guide id="22" pos="3136">
          <p15:clr>
            <a:srgbClr val="FF3D00"/>
          </p15:clr>
        </p15:guide>
        <p15:guide id="23" pos="3241">
          <p15:clr>
            <a:srgbClr val="FF3D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252475" y="1286275"/>
            <a:ext cx="8520600" cy="3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762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●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6225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○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6225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■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6225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●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6225" lvl="4" marL="228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○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6225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■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6225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●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6225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○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6225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■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b="0" i="0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5"/>
          <p:cNvSpPr txBox="1"/>
          <p:nvPr>
            <p:ph idx="2" type="title"/>
          </p:nvPr>
        </p:nvSpPr>
        <p:spPr>
          <a:xfrm>
            <a:off x="248320" y="680038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48320" y="4744650"/>
            <a:ext cx="146249" cy="1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453350" y="4749497"/>
            <a:ext cx="16875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400" u="none" cap="none" strike="noStrike">
                <a:solidFill>
                  <a:srgbClr val="BFBFBF"/>
                </a:solidFill>
                <a:latin typeface="Rubik"/>
                <a:ea typeface="Rubik"/>
                <a:cs typeface="Rubik"/>
                <a:sym typeface="Rubik"/>
              </a:rPr>
              <a:t>9</a:t>
            </a: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 solutions, inc. Confidential and proprietary. Your use of these materials is governed by the terms of your written agreement with o</a:t>
            </a:r>
            <a:r>
              <a:rPr b="0" i="0" lang="en-US" sz="400" u="none" cap="none" strike="noStrike">
                <a:solidFill>
                  <a:srgbClr val="BFBFBF"/>
                </a:solidFill>
                <a:latin typeface="Rubik"/>
                <a:ea typeface="Rubik"/>
                <a:cs typeface="Rubik"/>
                <a:sym typeface="Rubik"/>
              </a:rPr>
              <a:t>9</a:t>
            </a:r>
            <a:r>
              <a:rPr b="0" i="0" lang="en-US" sz="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 solutions.All unauthorized use and reproduction or distribution is prohibited.</a:t>
            </a:r>
            <a:endParaRPr b="0" i="0" sz="4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59">
          <p15:clr>
            <a:srgbClr val="E46962"/>
          </p15:clr>
        </p15:guide>
        <p15:guide id="2" pos="159">
          <p15:clr>
            <a:srgbClr val="FF3D00"/>
          </p15:clr>
        </p15:guide>
        <p15:guide id="3" pos="5601">
          <p15:clr>
            <a:srgbClr val="FF3D00"/>
          </p15:clr>
        </p15:guide>
        <p15:guide id="4" orient="horz" pos="395">
          <p15:clr>
            <a:srgbClr val="E46962"/>
          </p15:clr>
        </p15:guide>
        <p15:guide id="5" orient="horz" pos="3081">
          <p15:clr>
            <a:srgbClr val="E46962"/>
          </p15:clr>
        </p15:guide>
        <p15:guide id="6" pos="3752">
          <p15:clr>
            <a:srgbClr val="FF3D00"/>
          </p15:clr>
        </p15:guide>
        <p15:guide id="7" orient="horz" pos="810">
          <p15:clr>
            <a:srgbClr val="E46962"/>
          </p15:clr>
        </p15:guide>
        <p15:guide id="8" orient="horz" pos="2736">
          <p15:clr>
            <a:srgbClr val="E46962"/>
          </p15:clr>
        </p15:guide>
        <p15:guide id="9" pos="3856">
          <p15:clr>
            <a:srgbClr val="FF3D00"/>
          </p15:clr>
        </p15:guide>
        <p15:guide id="10" pos="4368">
          <p15:clr>
            <a:srgbClr val="FF3D00"/>
          </p15:clr>
        </p15:guide>
        <p15:guide id="11" pos="4472">
          <p15:clr>
            <a:srgbClr val="FF3D00"/>
          </p15:clr>
        </p15:guide>
        <p15:guide id="12" pos="4983">
          <p15:clr>
            <a:srgbClr val="FF3D00"/>
          </p15:clr>
        </p15:guide>
        <p15:guide id="13" pos="5088">
          <p15:clr>
            <a:srgbClr val="FF3D00"/>
          </p15:clr>
        </p15:guide>
        <p15:guide id="14" pos="674">
          <p15:clr>
            <a:srgbClr val="FF3D00"/>
          </p15:clr>
        </p15:guide>
        <p15:guide id="15" pos="778">
          <p15:clr>
            <a:srgbClr val="FF3D00"/>
          </p15:clr>
        </p15:guide>
        <p15:guide id="16" pos="1287">
          <p15:clr>
            <a:srgbClr val="FF3D00"/>
          </p15:clr>
        </p15:guide>
        <p15:guide id="17" pos="1394">
          <p15:clr>
            <a:srgbClr val="FF3D00"/>
          </p15:clr>
        </p15:guide>
        <p15:guide id="18" pos="1905">
          <p15:clr>
            <a:srgbClr val="FF3D00"/>
          </p15:clr>
        </p15:guide>
        <p15:guide id="19" pos="2009">
          <p15:clr>
            <a:srgbClr val="FF3D00"/>
          </p15:clr>
        </p15:guide>
        <p15:guide id="20" pos="2521">
          <p15:clr>
            <a:srgbClr val="FF3D00"/>
          </p15:clr>
        </p15:guide>
        <p15:guide id="21" pos="2625">
          <p15:clr>
            <a:srgbClr val="FF3D00"/>
          </p15:clr>
        </p15:guide>
        <p15:guide id="22" pos="3136">
          <p15:clr>
            <a:srgbClr val="FF3D00"/>
          </p15:clr>
        </p15:guide>
        <p15:guide id="23" pos="3241">
          <p15:clr>
            <a:srgbClr val="FF3D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fld id="{00000000-1234-1234-1234-123412341234}" type="slidenum">
              <a:rPr b="0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"/>
          <p:cNvSpPr txBox="1"/>
          <p:nvPr>
            <p:ph type="title"/>
          </p:nvPr>
        </p:nvSpPr>
        <p:spPr>
          <a:xfrm>
            <a:off x="252575" y="627725"/>
            <a:ext cx="8640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Planning Brain Demo</a:t>
            </a:r>
            <a:endParaRPr/>
          </a:p>
        </p:txBody>
      </p:sp>
      <p:sp>
        <p:nvSpPr>
          <p:cNvPr id="517" name="Google Shape;517;p1"/>
          <p:cNvSpPr txBox="1"/>
          <p:nvPr>
            <p:ph idx="3" type="title"/>
          </p:nvPr>
        </p:nvSpPr>
        <p:spPr>
          <a:xfrm>
            <a:off x="248325" y="1286275"/>
            <a:ext cx="86409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Agility</a:t>
            </a:r>
            <a:endParaRPr/>
          </a:p>
        </p:txBody>
      </p:sp>
      <p:sp>
        <p:nvSpPr>
          <p:cNvPr id="518" name="Google Shape;518;p1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t/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2025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fld id="{00000000-1234-1234-1234-123412341234}" type="slidenum">
              <a:rPr b="0" i="0" lang="en-US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CURRENT STATE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Current State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"/>
          <p:cNvSpPr txBox="1"/>
          <p:nvPr>
            <p:ph idx="3" type="title"/>
          </p:nvPr>
        </p:nvSpPr>
        <p:spPr>
          <a:xfrm>
            <a:off x="248320" y="703132"/>
            <a:ext cx="8520600" cy="280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Response to a demand upside opportunity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"/>
          <p:cNvSpPr txBox="1"/>
          <p:nvPr/>
        </p:nvSpPr>
        <p:spPr>
          <a:xfrm>
            <a:off x="642428" y="1408675"/>
            <a:ext cx="346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&amp; opportunity information does not flow to the planning organization in time</a:t>
            </a:r>
            <a:endParaRPr/>
          </a:p>
        </p:txBody>
      </p:sp>
      <p:sp>
        <p:nvSpPr>
          <p:cNvPr id="530" name="Google Shape;530;p2"/>
          <p:cNvSpPr txBox="1"/>
          <p:nvPr/>
        </p:nvSpPr>
        <p:spPr>
          <a:xfrm>
            <a:off x="642428" y="2265350"/>
            <a:ext cx="2597922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planning processes are too slow to respond</a:t>
            </a:r>
            <a:endParaRPr/>
          </a:p>
        </p:txBody>
      </p:sp>
      <p:sp>
        <p:nvSpPr>
          <p:cNvPr id="531" name="Google Shape;531;p2"/>
          <p:cNvSpPr txBox="1"/>
          <p:nvPr/>
        </p:nvSpPr>
        <p:spPr>
          <a:xfrm>
            <a:off x="629875" y="3154390"/>
            <a:ext cx="3606015" cy="1021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 trade offs unclear – We can get incremental revenue and margin, but at what incremental supply chain cost?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"/>
          <p:cNvSpPr txBox="1"/>
          <p:nvPr/>
        </p:nvSpPr>
        <p:spPr>
          <a:xfrm>
            <a:off x="4940767" y="2122775"/>
            <a:ext cx="3573357" cy="14863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is either lost opportunity or lower margin if the opportunity is taken up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"/>
          <p:cNvSpPr/>
          <p:nvPr/>
        </p:nvSpPr>
        <p:spPr>
          <a:xfrm>
            <a:off x="4343626" y="1408676"/>
            <a:ext cx="336110" cy="2499777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63" y="1463214"/>
            <a:ext cx="271885" cy="237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63" y="2327738"/>
            <a:ext cx="271885" cy="237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63" y="3267076"/>
            <a:ext cx="271885" cy="237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fld id="{00000000-1234-1234-1234-123412341234}" type="slidenum">
              <a:rPr b="0" i="0" lang="en-US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SITUATION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Situation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"/>
          <p:cNvSpPr txBox="1"/>
          <p:nvPr/>
        </p:nvSpPr>
        <p:spPr>
          <a:xfrm>
            <a:off x="187618" y="2571750"/>
            <a:ext cx="8768763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Pastry category planner is being alerted to a gap 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Target and needs to quickly find opportunities and propose a plan to close the gap.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025" y="1246634"/>
            <a:ext cx="5869875" cy="330474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1" name="Google Shape;551;p4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2" name="Google Shape;552;p4"/>
          <p:cNvGrpSpPr/>
          <p:nvPr/>
        </p:nvGrpSpPr>
        <p:grpSpPr>
          <a:xfrm>
            <a:off x="6528504" y="1291484"/>
            <a:ext cx="1435500" cy="555084"/>
            <a:chOff x="7860775" y="1061950"/>
            <a:chExt cx="1435500" cy="1247100"/>
          </a:xfrm>
        </p:grpSpPr>
        <p:sp>
          <p:nvSpPr>
            <p:cNvPr id="553" name="Google Shape;553;p4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o9’s EKG already enables structured R&amp;Os workflows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4" name="Google Shape;554;p4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55" name="Google Shape;555;p4"/>
          <p:cNvCxnSpPr>
            <a:endCxn id="556" idx="1"/>
          </p:cNvCxnSpPr>
          <p:nvPr/>
        </p:nvCxnSpPr>
        <p:spPr>
          <a:xfrm flipH="1" rot="10800000">
            <a:off x="3275304" y="2564004"/>
            <a:ext cx="3253200" cy="46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557" name="Google Shape;557;p4"/>
          <p:cNvGrpSpPr/>
          <p:nvPr/>
        </p:nvGrpSpPr>
        <p:grpSpPr>
          <a:xfrm>
            <a:off x="6528504" y="2090355"/>
            <a:ext cx="1435500" cy="947297"/>
            <a:chOff x="7860775" y="1061950"/>
            <a:chExt cx="1435500" cy="1247100"/>
          </a:xfrm>
        </p:grpSpPr>
        <p:sp>
          <p:nvSpPr>
            <p:cNvPr id="556" name="Google Shape;556;p4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R&amp;O what-if analysis (CRUD, prescribe)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Collaborate on R&amp;O probability, inclusion / exclusion criteria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8" name="Google Shape;558;p4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59" name="Google Shape;559;p4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 reviews the already proposed structured R&amp;Os for this category and realizes he needs some more proposals to help close the gap</a:t>
            </a:r>
            <a:endParaRPr/>
          </a:p>
        </p:txBody>
      </p:sp>
      <p:sp>
        <p:nvSpPr>
          <p:cNvPr id="561" name="Google Shape;561;p4"/>
          <p:cNvSpPr txBox="1"/>
          <p:nvPr/>
        </p:nvSpPr>
        <p:spPr>
          <a:xfrm>
            <a:off x="784607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R&amp;Os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fld id="{00000000-1234-1234-1234-123412341234}" type="slidenum">
              <a:rPr b="0" i="0" lang="en-US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SCENARIO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Imagine</a:t>
            </a:r>
            <a:endParaRPr/>
          </a:p>
        </p:txBody>
      </p:sp>
      <p:sp>
        <p:nvSpPr>
          <p:cNvPr id="570" name="Google Shape;570;p5"/>
          <p:cNvSpPr txBox="1"/>
          <p:nvPr/>
        </p:nvSpPr>
        <p:spPr>
          <a:xfrm>
            <a:off x="187619" y="1073052"/>
            <a:ext cx="522489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having to spend hours/days researching and corroborating information from a multitude of sources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To… having R&amp;O agents not only analyzing all tribal unstructured knowledge sources within the enterprise and external internet sources but also recommending the most relevant ones for my products or regions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6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7" name="Google Shape;5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575" y="1309234"/>
            <a:ext cx="5823517" cy="327864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8" name="Google Shape;578;p6"/>
          <p:cNvSpPr txBox="1"/>
          <p:nvPr/>
        </p:nvSpPr>
        <p:spPr>
          <a:xfrm>
            <a:off x="252584" y="440275"/>
            <a:ext cx="8635771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R&amp;O agent to find the top 10 R&amp;Os for Pastry category in the NA region  (Default agent automatically routes this request to the R&amp;O agent)</a:t>
            </a:r>
            <a:endParaRPr/>
          </a:p>
        </p:txBody>
      </p:sp>
      <p:cxnSp>
        <p:nvCxnSpPr>
          <p:cNvPr id="579" name="Google Shape;579;p6"/>
          <p:cNvCxnSpPr>
            <a:endCxn id="580" idx="1"/>
          </p:cNvCxnSpPr>
          <p:nvPr/>
        </p:nvCxnSpPr>
        <p:spPr>
          <a:xfrm flipH="1" rot="10800000">
            <a:off x="2285257" y="1572748"/>
            <a:ext cx="3903600" cy="592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581" name="Google Shape;581;p6"/>
          <p:cNvGrpSpPr/>
          <p:nvPr/>
        </p:nvGrpSpPr>
        <p:grpSpPr>
          <a:xfrm>
            <a:off x="6188857" y="1339292"/>
            <a:ext cx="1142779" cy="466912"/>
            <a:chOff x="7860775" y="1061950"/>
            <a:chExt cx="1435500" cy="1247100"/>
          </a:xfrm>
        </p:grpSpPr>
        <p:sp>
          <p:nvSpPr>
            <p:cNvPr id="580" name="Google Shape;580;p6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Automatically categorize into risks and opportunities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2" name="Google Shape;582;p6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83" name="Google Shape;583;p6"/>
          <p:cNvCxnSpPr/>
          <p:nvPr/>
        </p:nvCxnSpPr>
        <p:spPr>
          <a:xfrm flipH="1" rot="10800000">
            <a:off x="2467897" y="2602327"/>
            <a:ext cx="3720900" cy="375900"/>
          </a:xfrm>
          <a:prstGeom prst="bentConnector3">
            <a:avLst>
              <a:gd fmla="val 73518" name="adj1"/>
            </a:avLst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584" name="Google Shape;584;p6"/>
          <p:cNvGrpSpPr/>
          <p:nvPr/>
        </p:nvGrpSpPr>
        <p:grpSpPr>
          <a:xfrm>
            <a:off x="6188858" y="2115465"/>
            <a:ext cx="1293486" cy="1354300"/>
            <a:chOff x="7860775" y="1061951"/>
            <a:chExt cx="1624810" cy="1721341"/>
          </a:xfrm>
        </p:grpSpPr>
        <p:sp>
          <p:nvSpPr>
            <p:cNvPr id="585" name="Google Shape;585;p6"/>
            <p:cNvSpPr/>
            <p:nvPr/>
          </p:nvSpPr>
          <p:spPr>
            <a:xfrm>
              <a:off x="7860775" y="1061951"/>
              <a:ext cx="1624810" cy="1721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Leverage various tribal knowledge sources - Pulses, Emails, Meeting Transcripts, etc.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Also enable internet search for external knowledge sources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6" name="Google Shape;586;p6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87" name="Google Shape;587;p6"/>
          <p:cNvCxnSpPr>
            <a:endCxn id="588" idx="1"/>
          </p:cNvCxnSpPr>
          <p:nvPr/>
        </p:nvCxnSpPr>
        <p:spPr>
          <a:xfrm>
            <a:off x="2723557" y="3547583"/>
            <a:ext cx="3465300" cy="387000"/>
          </a:xfrm>
          <a:prstGeom prst="bentConnector3">
            <a:avLst>
              <a:gd fmla="val 72415" name="adj1"/>
            </a:avLst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589" name="Google Shape;589;p6"/>
          <p:cNvGrpSpPr/>
          <p:nvPr/>
        </p:nvGrpSpPr>
        <p:grpSpPr>
          <a:xfrm>
            <a:off x="6188857" y="3657543"/>
            <a:ext cx="1142779" cy="554080"/>
            <a:chOff x="7860775" y="2509491"/>
            <a:chExt cx="1435500" cy="1247100"/>
          </a:xfrm>
        </p:grpSpPr>
        <p:sp>
          <p:nvSpPr>
            <p:cNvPr id="588" name="Google Shape;588;p6"/>
            <p:cNvSpPr/>
            <p:nvPr/>
          </p:nvSpPr>
          <p:spPr>
            <a:xfrm>
              <a:off x="7860775" y="2509491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EKG aware entity tagging to ensure the R&amp;Os are contextual to the scope requested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0" name="Google Shape;590;p6"/>
            <p:cNvCxnSpPr/>
            <p:nvPr/>
          </p:nvCxnSpPr>
          <p:spPr>
            <a:xfrm>
              <a:off x="7860775" y="2553889"/>
              <a:ext cx="0" cy="1158301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5" y="1291485"/>
            <a:ext cx="5869875" cy="330474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6" name="Google Shape;596;p7"/>
          <p:cNvSpPr/>
          <p:nvPr/>
        </p:nvSpPr>
        <p:spPr>
          <a:xfrm>
            <a:off x="698089" y="1740309"/>
            <a:ext cx="5093111" cy="2153265"/>
          </a:xfrm>
          <a:prstGeom prst="rect">
            <a:avLst/>
          </a:prstGeom>
          <a:noFill/>
          <a:ln cap="flat" cmpd="sng" w="952500">
            <a:solidFill>
              <a:schemeClr val="lt1">
                <a:alpha val="4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7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7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7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 the demand surge opportunity as a candidate to consider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8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 the R&amp;Os to the relevant stakeholders for collaboration</a:t>
            </a:r>
            <a:endParaRPr/>
          </a:p>
        </p:txBody>
      </p:sp>
      <p:pic>
        <p:nvPicPr>
          <p:cNvPr id="607" name="Google Shape;6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30" y="1290043"/>
            <a:ext cx="5870225" cy="3304937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08" name="Google Shape;608;p8"/>
          <p:cNvGrpSpPr/>
          <p:nvPr/>
        </p:nvGrpSpPr>
        <p:grpSpPr>
          <a:xfrm>
            <a:off x="3784423" y="1320277"/>
            <a:ext cx="3600226" cy="593717"/>
            <a:chOff x="4647775" y="842257"/>
            <a:chExt cx="4496100" cy="741456"/>
          </a:xfrm>
        </p:grpSpPr>
        <p:cxnSp>
          <p:nvCxnSpPr>
            <p:cNvPr id="609" name="Google Shape;609;p8"/>
            <p:cNvCxnSpPr>
              <a:endCxn id="610" idx="1"/>
            </p:cNvCxnSpPr>
            <p:nvPr/>
          </p:nvCxnSpPr>
          <p:spPr>
            <a:xfrm flipH="1" rot="10800000">
              <a:off x="4647775" y="1135513"/>
              <a:ext cx="3060600" cy="448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sm" w="sm" type="none"/>
              <a:tailEnd len="sm" w="sm" type="none"/>
            </a:ln>
          </p:spPr>
        </p:cxnSp>
        <p:grpSp>
          <p:nvGrpSpPr>
            <p:cNvPr id="611" name="Google Shape;611;p8"/>
            <p:cNvGrpSpPr/>
            <p:nvPr/>
          </p:nvGrpSpPr>
          <p:grpSpPr>
            <a:xfrm>
              <a:off x="7708375" y="842257"/>
              <a:ext cx="1435500" cy="586511"/>
              <a:chOff x="7860775" y="1061950"/>
              <a:chExt cx="1435500" cy="1247100"/>
            </a:xfrm>
          </p:grpSpPr>
          <p:sp>
            <p:nvSpPr>
              <p:cNvPr id="610" name="Google Shape;610;p8"/>
              <p:cNvSpPr/>
              <p:nvPr/>
            </p:nvSpPr>
            <p:spPr>
              <a:xfrm>
                <a:off x="7860775" y="1061950"/>
                <a:ext cx="1435500" cy="12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US" sz="9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Integrated email agents to send R&amp;Os to the inbox. Model knows who to send it to based on the context</a:t>
                </a:r>
                <a:endParaRPr b="0" i="0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12" name="Google Shape;612;p8"/>
              <p:cNvCxnSpPr/>
              <p:nvPr/>
            </p:nvCxnSpPr>
            <p:spPr>
              <a:xfrm>
                <a:off x="7860775" y="1106350"/>
                <a:ext cx="0" cy="11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9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9" name="Google Shape;6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672" y="1300277"/>
            <a:ext cx="5839427" cy="3287598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0" name="Google Shape;620;p9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Opportunity is contextually tagged and surfaced to the relevant users</a:t>
            </a:r>
            <a:endParaRPr/>
          </a:p>
        </p:txBody>
      </p:sp>
      <p:cxnSp>
        <p:nvCxnSpPr>
          <p:cNvPr id="621" name="Google Shape;621;p9"/>
          <p:cNvCxnSpPr>
            <a:endCxn id="622" idx="1"/>
          </p:cNvCxnSpPr>
          <p:nvPr/>
        </p:nvCxnSpPr>
        <p:spPr>
          <a:xfrm flipH="1" rot="10800000">
            <a:off x="3768973" y="3316831"/>
            <a:ext cx="2458200" cy="70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623" name="Google Shape;623;p9"/>
          <p:cNvGrpSpPr/>
          <p:nvPr/>
        </p:nvGrpSpPr>
        <p:grpSpPr>
          <a:xfrm>
            <a:off x="6227173" y="3033558"/>
            <a:ext cx="1145901" cy="566545"/>
            <a:chOff x="7860775" y="1061950"/>
            <a:chExt cx="1435500" cy="1247100"/>
          </a:xfrm>
        </p:grpSpPr>
        <p:sp>
          <p:nvSpPr>
            <p:cNvPr id="622" name="Google Shape;622;p9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Opportunity is tagged and available for the planner to collaborate and incorporate 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4" name="Google Shape;624;p9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0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0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98" y="1285873"/>
            <a:ext cx="5867266" cy="3303271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2" name="Google Shape;632;p10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 check to understand the current supply supportability for Pastry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Canada region</a:t>
            </a:r>
            <a:endParaRPr/>
          </a:p>
        </p:txBody>
      </p:sp>
      <p:cxnSp>
        <p:nvCxnSpPr>
          <p:cNvPr id="633" name="Google Shape;633;p10"/>
          <p:cNvCxnSpPr>
            <a:endCxn id="634" idx="1"/>
          </p:cNvCxnSpPr>
          <p:nvPr/>
        </p:nvCxnSpPr>
        <p:spPr>
          <a:xfrm flipH="1" rot="10800000">
            <a:off x="4391577" y="1722990"/>
            <a:ext cx="1855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635" name="Google Shape;635;p10"/>
          <p:cNvGrpSpPr/>
          <p:nvPr/>
        </p:nvGrpSpPr>
        <p:grpSpPr>
          <a:xfrm>
            <a:off x="6247077" y="1438367"/>
            <a:ext cx="1151364" cy="569246"/>
            <a:chOff x="7860775" y="1061950"/>
            <a:chExt cx="1435500" cy="1247100"/>
          </a:xfrm>
        </p:grpSpPr>
        <p:sp>
          <p:nvSpPr>
            <p:cNvPr id="634" name="Google Shape;634;p10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EKG agent is able to get data and generate relevant summarization of the supply plan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6" name="Google Shape;636;p10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1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1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1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 can continue the conversation context to get more detailed breakdown by month for the next quarter</a:t>
            </a:r>
            <a:endParaRPr/>
          </a:p>
        </p:txBody>
      </p:sp>
      <p:pic>
        <p:nvPicPr>
          <p:cNvPr id="644" name="Google Shape;6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26" y="1285874"/>
            <a:ext cx="5865010" cy="3302001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45" name="Google Shape;645;p11"/>
          <p:cNvCxnSpPr>
            <a:endCxn id="646" idx="1"/>
          </p:cNvCxnSpPr>
          <p:nvPr/>
        </p:nvCxnSpPr>
        <p:spPr>
          <a:xfrm flipH="1" rot="10800000">
            <a:off x="4400904" y="1722822"/>
            <a:ext cx="18546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647" name="Google Shape;647;p11"/>
          <p:cNvGrpSpPr/>
          <p:nvPr/>
        </p:nvGrpSpPr>
        <p:grpSpPr>
          <a:xfrm>
            <a:off x="6255504" y="1438309"/>
            <a:ext cx="1150922" cy="569027"/>
            <a:chOff x="7860775" y="1061950"/>
            <a:chExt cx="1435500" cy="1247100"/>
          </a:xfrm>
        </p:grpSpPr>
        <p:sp>
          <p:nvSpPr>
            <p:cNvPr id="646" name="Google Shape;646;p11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EKG agent is retain memory of user conversation and continue the analysis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8" name="Google Shape;648;p11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2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2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2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 can continue the conversation context to get more detailed breakdown by month for the next quarter</a:t>
            </a:r>
            <a:endParaRPr/>
          </a:p>
        </p:txBody>
      </p:sp>
      <p:pic>
        <p:nvPicPr>
          <p:cNvPr id="656" name="Google Shape;6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675" y="1277923"/>
            <a:ext cx="5867990" cy="3303679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57" name="Google Shape;657;p12"/>
          <p:cNvCxnSpPr>
            <a:endCxn id="658" idx="1"/>
          </p:cNvCxnSpPr>
          <p:nvPr/>
        </p:nvCxnSpPr>
        <p:spPr>
          <a:xfrm flipH="1" rot="10800000">
            <a:off x="5000492" y="1723044"/>
            <a:ext cx="1255800" cy="104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659" name="Google Shape;659;p12"/>
          <p:cNvGrpSpPr/>
          <p:nvPr/>
        </p:nvGrpSpPr>
        <p:grpSpPr>
          <a:xfrm>
            <a:off x="6256292" y="1438386"/>
            <a:ext cx="1151506" cy="569316"/>
            <a:chOff x="7860775" y="1061950"/>
            <a:chExt cx="1435500" cy="1247100"/>
          </a:xfrm>
        </p:grpSpPr>
        <p:sp>
          <p:nvSpPr>
            <p:cNvPr id="658" name="Google Shape;658;p12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Quick summarization of the plan analysis and visualization of the outputs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0" name="Google Shape;660;p12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3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3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3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 decides to test the feasibility of this opportunity and would like the system to recommend if it is profitable based on the supply response</a:t>
            </a:r>
            <a:endParaRPr/>
          </a:p>
        </p:txBody>
      </p:sp>
      <p:pic>
        <p:nvPicPr>
          <p:cNvPr id="668" name="Google Shape;6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575" y="1325633"/>
            <a:ext cx="5782465" cy="3255528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69" name="Google Shape;669;p13"/>
          <p:cNvCxnSpPr>
            <a:endCxn id="670" idx="1"/>
          </p:cNvCxnSpPr>
          <p:nvPr/>
        </p:nvCxnSpPr>
        <p:spPr>
          <a:xfrm>
            <a:off x="1809280" y="1607625"/>
            <a:ext cx="4432500" cy="1152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671" name="Google Shape;671;p13"/>
          <p:cNvGrpSpPr/>
          <p:nvPr/>
        </p:nvGrpSpPr>
        <p:grpSpPr>
          <a:xfrm>
            <a:off x="6241780" y="1438311"/>
            <a:ext cx="1202920" cy="569027"/>
            <a:chOff x="7860775" y="1061950"/>
            <a:chExt cx="1435500" cy="1247100"/>
          </a:xfrm>
        </p:grpSpPr>
        <p:sp>
          <p:nvSpPr>
            <p:cNvPr id="670" name="Google Shape;670;p13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Planner chooses the demand upside analysis composite agent to assist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2" name="Google Shape;672;p13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73" name="Google Shape;673;p13"/>
          <p:cNvCxnSpPr>
            <a:endCxn id="674" idx="1"/>
          </p:cNvCxnSpPr>
          <p:nvPr/>
        </p:nvCxnSpPr>
        <p:spPr>
          <a:xfrm flipH="1" rot="10800000">
            <a:off x="3900085" y="2351622"/>
            <a:ext cx="2341800" cy="282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675" name="Google Shape;675;p13"/>
          <p:cNvGrpSpPr/>
          <p:nvPr/>
        </p:nvGrpSpPr>
        <p:grpSpPr>
          <a:xfrm>
            <a:off x="6241885" y="2067108"/>
            <a:ext cx="1202920" cy="569027"/>
            <a:chOff x="7860775" y="1061950"/>
            <a:chExt cx="1435500" cy="1247100"/>
          </a:xfrm>
        </p:grpSpPr>
        <p:sp>
          <p:nvSpPr>
            <p:cNvPr id="674" name="Google Shape;674;p13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 initiates an inquire to request the user to provide the scope for the demand upside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6" name="Google Shape;676;p13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4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101" y="1285874"/>
            <a:ext cx="5865010" cy="3302001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4" name="Google Shape;684;p14"/>
          <p:cNvSpPr txBox="1"/>
          <p:nvPr/>
        </p:nvSpPr>
        <p:spPr>
          <a:xfrm>
            <a:off x="252585" y="440274"/>
            <a:ext cx="8520600" cy="574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 decides to evaluate a 15% demand upside for Pastry in Canada for the next quarter since there were no constraints towards the end of the quarter</a:t>
            </a:r>
            <a:endParaRPr/>
          </a:p>
        </p:txBody>
      </p:sp>
      <p:cxnSp>
        <p:nvCxnSpPr>
          <p:cNvPr id="685" name="Google Shape;685;p14"/>
          <p:cNvCxnSpPr>
            <a:endCxn id="686" idx="1"/>
          </p:cNvCxnSpPr>
          <p:nvPr/>
        </p:nvCxnSpPr>
        <p:spPr>
          <a:xfrm flipH="1" rot="10800000">
            <a:off x="4001380" y="2015753"/>
            <a:ext cx="2240400" cy="282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687" name="Google Shape;687;p14"/>
          <p:cNvGrpSpPr/>
          <p:nvPr/>
        </p:nvGrpSpPr>
        <p:grpSpPr>
          <a:xfrm>
            <a:off x="6241780" y="1456225"/>
            <a:ext cx="1150922" cy="1119055"/>
            <a:chOff x="7860775" y="1061950"/>
            <a:chExt cx="1435500" cy="1247100"/>
          </a:xfrm>
        </p:grpSpPr>
        <p:sp>
          <p:nvSpPr>
            <p:cNvPr id="686" name="Google Shape;686;p14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 confirmation to ensure the right scope is provided by the user before any edit workflows are undertaken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Also, edits would be performed in a scenario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8" name="Google Shape;688;p14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5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5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5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Supportability agent is a specialized skill composite agent that invokes multiple atomic agents like edit data, run D/S match solver, etc to automate the analysis</a:t>
            </a:r>
            <a:endParaRPr/>
          </a:p>
        </p:txBody>
      </p:sp>
      <p:pic>
        <p:nvPicPr>
          <p:cNvPr id="696" name="Google Shape;6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101" y="1298576"/>
            <a:ext cx="5842448" cy="3289299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97" name="Google Shape;697;p15"/>
          <p:cNvCxnSpPr>
            <a:endCxn id="698" idx="1"/>
          </p:cNvCxnSpPr>
          <p:nvPr/>
        </p:nvCxnSpPr>
        <p:spPr>
          <a:xfrm flipH="1" rot="10800000">
            <a:off x="2804181" y="1942841"/>
            <a:ext cx="3414600" cy="232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699" name="Google Shape;699;p15"/>
          <p:cNvGrpSpPr/>
          <p:nvPr/>
        </p:nvGrpSpPr>
        <p:grpSpPr>
          <a:xfrm>
            <a:off x="6218781" y="1468237"/>
            <a:ext cx="1279295" cy="949208"/>
            <a:chOff x="7860774" y="1061950"/>
            <a:chExt cx="1601777" cy="2052291"/>
          </a:xfrm>
        </p:grpSpPr>
        <p:sp>
          <p:nvSpPr>
            <p:cNvPr id="698" name="Google Shape;698;p15"/>
            <p:cNvSpPr/>
            <p:nvPr/>
          </p:nvSpPr>
          <p:spPr>
            <a:xfrm>
              <a:off x="7860774" y="1061950"/>
              <a:ext cx="1601777" cy="2052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Execution plan generated by the supportability analysis agent shows the reasoning and invocation of multiple agents to accomplish the task</a:t>
              </a:r>
              <a:endParaRPr/>
            </a:p>
          </p:txBody>
        </p:sp>
        <p:cxnSp>
          <p:nvCxnSpPr>
            <p:cNvPr id="700" name="Google Shape;700;p15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01" name="Google Shape;701;p15"/>
          <p:cNvCxnSpPr/>
          <p:nvPr/>
        </p:nvCxnSpPr>
        <p:spPr>
          <a:xfrm flipH="1" rot="10800000">
            <a:off x="3985797" y="3262162"/>
            <a:ext cx="2232902" cy="15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702" name="Google Shape;702;p15"/>
          <p:cNvGrpSpPr/>
          <p:nvPr/>
        </p:nvGrpSpPr>
        <p:grpSpPr>
          <a:xfrm>
            <a:off x="6218699" y="2818213"/>
            <a:ext cx="1584170" cy="836162"/>
            <a:chOff x="7860775" y="1628634"/>
            <a:chExt cx="1983505" cy="1247100"/>
          </a:xfrm>
        </p:grpSpPr>
        <p:sp>
          <p:nvSpPr>
            <p:cNvPr id="703" name="Google Shape;703;p15"/>
            <p:cNvSpPr/>
            <p:nvPr/>
          </p:nvSpPr>
          <p:spPr>
            <a:xfrm>
              <a:off x="7948004" y="1628634"/>
              <a:ext cx="1896276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Sequence includes</a:t>
              </a:r>
              <a:endParaRPr/>
            </a:p>
            <a:p>
              <a:pPr indent="-120650" lvl="0" marL="1206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rabicPeriod"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Edit data</a:t>
              </a:r>
              <a:endParaRPr/>
            </a:p>
            <a:p>
              <a:pPr indent="-120650" lvl="0" marL="1206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rabicPeriod"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Generate report</a:t>
              </a:r>
              <a:endParaRPr/>
            </a:p>
            <a:p>
              <a:pPr indent="-120650" lvl="0" marL="1206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rabicPeriod"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Run D/S Match Solver</a:t>
              </a:r>
              <a:endParaRPr/>
            </a:p>
            <a:p>
              <a:pPr indent="-120650" lvl="0" marL="1206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rabicPeriod"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 analysis to compare scenarios</a:t>
              </a:r>
              <a:endParaRPr/>
            </a:p>
            <a:p>
              <a:pPr indent="-120650" lvl="0" marL="1206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rabicPeriod"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Generate report of scenario comparison</a:t>
              </a:r>
              <a:endParaRPr/>
            </a:p>
            <a:p>
              <a:pPr indent="-120650" lvl="0" marL="1206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rabicPeriod"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Recommendations</a:t>
              </a:r>
              <a:endParaRPr/>
            </a:p>
          </p:txBody>
        </p:sp>
        <p:cxnSp>
          <p:nvCxnSpPr>
            <p:cNvPr id="704" name="Google Shape;704;p15"/>
            <p:cNvCxnSpPr/>
            <p:nvPr/>
          </p:nvCxnSpPr>
          <p:spPr>
            <a:xfrm>
              <a:off x="7860775" y="1673032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6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6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6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Supportability analysis agent recommends that the demand upside is still profitable to consider based on increased contribution margin </a:t>
            </a:r>
            <a:endParaRPr/>
          </a:p>
        </p:txBody>
      </p:sp>
      <p:pic>
        <p:nvPicPr>
          <p:cNvPr id="712" name="Google Shape;7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844" y="1285874"/>
            <a:ext cx="5858385" cy="3298271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3" name="Google Shape;713;p16"/>
          <p:cNvSpPr/>
          <p:nvPr/>
        </p:nvSpPr>
        <p:spPr>
          <a:xfrm>
            <a:off x="737420" y="2035274"/>
            <a:ext cx="5014448" cy="1950169"/>
          </a:xfrm>
          <a:prstGeom prst="rect">
            <a:avLst/>
          </a:prstGeom>
          <a:noFill/>
          <a:ln cap="flat" cmpd="sng" w="952500">
            <a:solidFill>
              <a:schemeClr val="lt1">
                <a:alpha val="4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16"/>
          <p:cNvCxnSpPr>
            <a:endCxn id="715" idx="1"/>
          </p:cNvCxnSpPr>
          <p:nvPr/>
        </p:nvCxnSpPr>
        <p:spPr>
          <a:xfrm>
            <a:off x="5097001" y="2896031"/>
            <a:ext cx="1149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716" name="Google Shape;716;p16"/>
          <p:cNvGrpSpPr/>
          <p:nvPr/>
        </p:nvGrpSpPr>
        <p:grpSpPr>
          <a:xfrm>
            <a:off x="6246601" y="2567445"/>
            <a:ext cx="1149622" cy="657172"/>
            <a:chOff x="7860775" y="1061950"/>
            <a:chExt cx="1435500" cy="1247100"/>
          </a:xfrm>
        </p:grpSpPr>
        <p:sp>
          <p:nvSpPr>
            <p:cNvPr id="715" name="Google Shape;715;p16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Recommendation is that the demand upside is still profitable to consider based on increased contribution margin</a:t>
              </a:r>
              <a:endParaRPr/>
            </a:p>
          </p:txBody>
        </p:sp>
        <p:cxnSp>
          <p:nvCxnSpPr>
            <p:cNvPr id="717" name="Google Shape;717;p16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7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7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7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 decides to get detailed insights into the recommendation and contextually navigated to see the scenario comparison reports</a:t>
            </a:r>
            <a:endParaRPr/>
          </a:p>
        </p:txBody>
      </p:sp>
      <p:pic>
        <p:nvPicPr>
          <p:cNvPr id="725" name="Google Shape;7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844" y="1285874"/>
            <a:ext cx="5858385" cy="3298271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726" name="Google Shape;726;p17"/>
          <p:cNvCxnSpPr>
            <a:endCxn id="727" idx="1"/>
          </p:cNvCxnSpPr>
          <p:nvPr/>
        </p:nvCxnSpPr>
        <p:spPr>
          <a:xfrm>
            <a:off x="5097001" y="2896031"/>
            <a:ext cx="1149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728" name="Google Shape;728;p17"/>
          <p:cNvGrpSpPr/>
          <p:nvPr/>
        </p:nvGrpSpPr>
        <p:grpSpPr>
          <a:xfrm>
            <a:off x="6246601" y="2567445"/>
            <a:ext cx="1149622" cy="657172"/>
            <a:chOff x="7860775" y="1061950"/>
            <a:chExt cx="1435500" cy="1247100"/>
          </a:xfrm>
        </p:grpSpPr>
        <p:sp>
          <p:nvSpPr>
            <p:cNvPr id="727" name="Google Shape;727;p17"/>
            <p:cNvSpPr/>
            <p:nvPr/>
          </p:nvSpPr>
          <p:spPr>
            <a:xfrm>
              <a:off x="7860775" y="1061950"/>
              <a:ext cx="1435500" cy="12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Live links to relevant reports used by the agents for the user to continue their detailed analysis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9" name="Google Shape;729;p17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8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8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6" name="Google Shape;7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6" y="1290828"/>
            <a:ext cx="5865009" cy="3302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7" name="Google Shape;737;p18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 navigates to the scenario comparison report that shows a detailed comparison of the demand upside scenario for further analysis</a:t>
            </a:r>
            <a:endParaRPr/>
          </a:p>
        </p:txBody>
      </p:sp>
      <p:cxnSp>
        <p:nvCxnSpPr>
          <p:cNvPr id="738" name="Google Shape;738;p18"/>
          <p:cNvCxnSpPr>
            <a:endCxn id="739" idx="1"/>
          </p:cNvCxnSpPr>
          <p:nvPr/>
        </p:nvCxnSpPr>
        <p:spPr>
          <a:xfrm flipH="1" rot="10800000">
            <a:off x="4933304" y="3618319"/>
            <a:ext cx="1296900" cy="59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740" name="Google Shape;740;p18"/>
          <p:cNvGrpSpPr/>
          <p:nvPr/>
        </p:nvGrpSpPr>
        <p:grpSpPr>
          <a:xfrm>
            <a:off x="6230204" y="3350057"/>
            <a:ext cx="1150921" cy="634492"/>
            <a:chOff x="7860775" y="1061949"/>
            <a:chExt cx="1435500" cy="1202701"/>
          </a:xfrm>
        </p:grpSpPr>
        <p:sp>
          <p:nvSpPr>
            <p:cNvPr id="739" name="Google Shape;739;p18"/>
            <p:cNvSpPr/>
            <p:nvPr/>
          </p:nvSpPr>
          <p:spPr>
            <a:xfrm>
              <a:off x="7860775" y="1061949"/>
              <a:ext cx="1435500" cy="10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Details of various KPIs used for financial impact analysis of the supply response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1" name="Google Shape;741;p18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9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 fontScale="92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US" sz="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7" name="Google Shape;7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676" y="1285874"/>
            <a:ext cx="5865009" cy="3302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8" name="Google Shape;748;p19"/>
          <p:cNvSpPr txBox="1"/>
          <p:nvPr/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9"/>
          <p:cNvSpPr txBox="1"/>
          <p:nvPr/>
        </p:nvSpPr>
        <p:spPr>
          <a:xfrm>
            <a:off x="252585" y="440275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 can use live narration of any report in the system to summarize the report as instructed and trained by an expert</a:t>
            </a:r>
            <a:endParaRPr/>
          </a:p>
        </p:txBody>
      </p:sp>
      <p:cxnSp>
        <p:nvCxnSpPr>
          <p:cNvPr id="750" name="Google Shape;750;p19"/>
          <p:cNvCxnSpPr>
            <a:endCxn id="751" idx="1"/>
          </p:cNvCxnSpPr>
          <p:nvPr/>
        </p:nvCxnSpPr>
        <p:spPr>
          <a:xfrm flipH="1" rot="10800000">
            <a:off x="6006455" y="1797045"/>
            <a:ext cx="246900" cy="321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752" name="Google Shape;752;p19"/>
          <p:cNvGrpSpPr/>
          <p:nvPr/>
        </p:nvGrpSpPr>
        <p:grpSpPr>
          <a:xfrm>
            <a:off x="6253355" y="1517261"/>
            <a:ext cx="1150922" cy="559568"/>
            <a:chOff x="7860775" y="1061950"/>
            <a:chExt cx="1435500" cy="1202700"/>
          </a:xfrm>
        </p:grpSpPr>
        <p:sp>
          <p:nvSpPr>
            <p:cNvPr id="751" name="Google Shape;751;p19"/>
            <p:cNvSpPr/>
            <p:nvPr/>
          </p:nvSpPr>
          <p:spPr>
            <a:xfrm>
              <a:off x="7860775" y="1061950"/>
              <a:ext cx="1435500" cy="120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Contextual digital assistant to support report narration and operator functions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3" name="Google Shape;753;p19"/>
            <p:cNvCxnSpPr/>
            <p:nvPr/>
          </p:nvCxnSpPr>
          <p:spPr>
            <a:xfrm>
              <a:off x="7860775" y="1106350"/>
              <a:ext cx="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2948" y="1726956"/>
            <a:ext cx="3111173" cy="1750035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9" name="Google Shape;759;p20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fld id="{00000000-1234-1234-1234-123412341234}" type="slidenum">
              <a:rPr b="0" i="0" lang="en-US" sz="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0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0"/>
          <p:cNvSpPr txBox="1"/>
          <p:nvPr>
            <p:ph idx="4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SUMMARY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0"/>
          <p:cNvSpPr txBox="1"/>
          <p:nvPr>
            <p:ph type="title"/>
          </p:nvPr>
        </p:nvSpPr>
        <p:spPr>
          <a:xfrm>
            <a:off x="252585" y="405550"/>
            <a:ext cx="8520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With o9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0"/>
          <p:cNvSpPr txBox="1"/>
          <p:nvPr>
            <p:ph idx="3" type="title"/>
          </p:nvPr>
        </p:nvSpPr>
        <p:spPr>
          <a:xfrm>
            <a:off x="248320" y="703132"/>
            <a:ext cx="8520600" cy="280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Amplifying Agility with AI-powered Scenario Planning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0"/>
          <p:cNvSpPr txBox="1"/>
          <p:nvPr/>
        </p:nvSpPr>
        <p:spPr>
          <a:xfrm>
            <a:off x="774404" y="1726956"/>
            <a:ext cx="4089828" cy="656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R&amp;O agents to detect Risks &amp; Opportunities earlier and propagate them in real-time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0"/>
          <p:cNvSpPr txBox="1"/>
          <p:nvPr/>
        </p:nvSpPr>
        <p:spPr>
          <a:xfrm>
            <a:off x="774402" y="2506522"/>
            <a:ext cx="3665621" cy="656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Composite agents for automating complex tasks to evaluate demand upside scenarios driving productivity across the organization</a:t>
            </a:r>
            <a:endParaRPr/>
          </a:p>
        </p:txBody>
      </p:sp>
      <p:sp>
        <p:nvSpPr>
          <p:cNvPr id="766" name="Google Shape;766;p20"/>
          <p:cNvSpPr txBox="1"/>
          <p:nvPr/>
        </p:nvSpPr>
        <p:spPr>
          <a:xfrm>
            <a:off x="761850" y="3476991"/>
            <a:ext cx="4196649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Expert plan analysis agents driving coordinated, financially smarter responses</a:t>
            </a:r>
            <a:endParaRPr/>
          </a:p>
        </p:txBody>
      </p:sp>
      <p:pic>
        <p:nvPicPr>
          <p:cNvPr id="767" name="Google Shape;7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717" y="1744777"/>
            <a:ext cx="325175" cy="32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717" y="2556146"/>
            <a:ext cx="325175" cy="32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717" y="3528502"/>
            <a:ext cx="325175" cy="3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1"/>
          <p:cNvSpPr txBox="1"/>
          <p:nvPr>
            <p:ph idx="12" type="sldNum"/>
          </p:nvPr>
        </p:nvSpPr>
        <p:spPr>
          <a:xfrm>
            <a:off x="8676651" y="4703299"/>
            <a:ext cx="2148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fld id="{00000000-1234-1234-1234-123412341234}" type="slidenum">
              <a:rPr b="0" i="0" lang="en-US" sz="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1"/>
          <p:cNvSpPr txBox="1"/>
          <p:nvPr>
            <p:ph idx="1" type="subTitle"/>
          </p:nvPr>
        </p:nvSpPr>
        <p:spPr>
          <a:xfrm>
            <a:off x="252575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o9 PLATFORM | DEMO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t/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1"/>
          <p:cNvSpPr txBox="1"/>
          <p:nvPr>
            <p:ph idx="2" type="subTitle"/>
          </p:nvPr>
        </p:nvSpPr>
        <p:spPr>
          <a:xfrm>
            <a:off x="7910950" y="252600"/>
            <a:ext cx="982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5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2025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1"/>
          <p:cNvSpPr txBox="1"/>
          <p:nvPr/>
        </p:nvSpPr>
        <p:spPr>
          <a:xfrm>
            <a:off x="230744" y="1112145"/>
            <a:ext cx="8324343" cy="519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Arial"/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9 Templat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1F1F1"/>
      </a:lt2>
      <a:accent1>
        <a:srgbClr val="FF3D00"/>
      </a:accent1>
      <a:accent2>
        <a:srgbClr val="FF5D2A"/>
      </a:accent2>
      <a:accent3>
        <a:srgbClr val="FF7E55"/>
      </a:accent3>
      <a:accent4>
        <a:srgbClr val="FF9E80"/>
      </a:accent4>
      <a:accent5>
        <a:srgbClr val="FFBEAA"/>
      </a:accent5>
      <a:accent6>
        <a:srgbClr val="FFDFD5"/>
      </a:accent6>
      <a:hlink>
        <a:srgbClr val="FF3D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9 Templat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1F1F1"/>
      </a:lt2>
      <a:accent1>
        <a:srgbClr val="FF3D00"/>
      </a:accent1>
      <a:accent2>
        <a:srgbClr val="FF5D2A"/>
      </a:accent2>
      <a:accent3>
        <a:srgbClr val="FF7E55"/>
      </a:accent3>
      <a:accent4>
        <a:srgbClr val="FF9E80"/>
      </a:accent4>
      <a:accent5>
        <a:srgbClr val="FFBEAA"/>
      </a:accent5>
      <a:accent6>
        <a:srgbClr val="FFDFD5"/>
      </a:accent6>
      <a:hlink>
        <a:srgbClr val="FF3D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