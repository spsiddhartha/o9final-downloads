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howGuides="1">
      <p:cViewPr varScale="1">
        <p:scale>
          <a:sx n="101" d="100"/>
          <a:sy n="101" d="100"/>
        </p:scale>
        <p:origin x="18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A4EE57-68E5-CB63-5F9A-2ACBA51EDB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3433EC6-6444-9FC6-9462-534F408D90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5D932B-3CDA-F788-8D0A-D25D49F2A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89E71-C57B-4953-8EE5-10135886CF3F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26D549-4BE9-9C31-3260-899E6C6FA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BF856B-A8B2-0B39-3969-DFEA7C5AF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DF971-5CCB-4ECF-9D22-43528494C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7054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8327C4-8D9D-962A-E104-AFEA07B77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2F4CB3-BDC4-3AE1-C045-CBAD15970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63F4BE-7A7B-5399-1571-A618E9D15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89E71-C57B-4953-8EE5-10135886CF3F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A49E91-ED8D-8F7E-A9EA-0435D2EB0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6ACF1C-CE68-A9D8-89DE-D41EDDA45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DF971-5CCB-4ECF-9D22-43528494C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4413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174421-0774-DD65-105F-A5D9229E3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A8D003-8FE9-B40E-2C42-716337C28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D579E7-AA1D-9066-56FB-610E99E21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89E71-C57B-4953-8EE5-10135886CF3F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DE5404-9D7A-F0F3-8024-8C2C041E9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5B0AB1-F5E6-2335-2DB0-21E30E93C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DF971-5CCB-4ECF-9D22-43528494C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611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5ACCE8-F13F-75FD-7DE8-DC731DF74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9CBF80-4198-4AC3-CD1D-392CE0B05F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B89D927-7AC3-D1DE-2862-457AEA554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04EC24B-E210-A93D-D81F-6FF984B08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89E71-C57B-4953-8EE5-10135886CF3F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CFA7B5-143A-3519-97DB-A179E0145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C7181A-80D2-0607-9711-7B1086070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DF971-5CCB-4ECF-9D22-43528494C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1889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981435-6808-7AF8-B6EA-0E55E5093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E2225E-505C-3845-288F-4513E04A39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1808E8C-DE1C-9C10-A7CA-523D9C22C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0925178-DC33-857D-16C8-8F779B1CF1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5A5CAA7-5B1E-161C-5F4F-E3A6D49C00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5E3C28-143D-1E0F-CEDF-F9DCBF79B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89E71-C57B-4953-8EE5-10135886CF3F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C1B6E67-1B93-B973-3897-A45F22931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3BB848B-F67F-7A2A-264D-8EE767B6D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DF971-5CCB-4ECF-9D22-43528494C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5311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7892C2-1807-9C04-AFE7-F0B41EF6B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00CF5A3-3197-AC05-94DD-20E7727D5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89E71-C57B-4953-8EE5-10135886CF3F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5508836-7EBD-4654-55BC-C5E2D2595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07015BA-18A9-4629-A657-C7E860AEC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DF971-5CCB-4ECF-9D22-43528494C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004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78E9BA2-4B38-6C3D-5D5A-2DF7EB109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89E71-C57B-4953-8EE5-10135886CF3F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8E25128-F10F-D36E-32DE-CCC7C4DFA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76427F-9DB6-D0F2-C549-C4C18DC8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DF971-5CCB-4ECF-9D22-43528494C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407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702B24-0809-F91A-6AB7-522CBB24B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4F2535-E840-C317-4D92-8A66E8A3F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93DF831-951E-41EA-A94A-89DFD83F54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0FE9E18-6C63-7169-11A1-8260FFD91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89E71-C57B-4953-8EE5-10135886CF3F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09AEA9-E66F-7207-4128-2CBF96263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78DD25E-A6B2-3422-231D-657DE261D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DF971-5CCB-4ECF-9D22-43528494C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735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D83ED4-820A-F101-856D-C24D863AB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CAF6754-D063-8BB7-FD6C-79A2C78E1E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A1F583-2FAB-64FE-E449-6D04747DAC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3184D6E-7181-9240-74E9-29E7224F4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89E71-C57B-4953-8EE5-10135886CF3F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3EE69FD-7382-873E-C40A-461C99EAD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2BB484-40A8-2320-84F7-F59046D30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DF971-5CCB-4ECF-9D22-43528494C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9052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0F6CDA-73F8-3AEE-324E-40CCFDFBA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7CFE2FF-7420-9EC5-6A94-33093599A3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1C41E5-6D81-A1B9-97D0-5FC0615A5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89E71-C57B-4953-8EE5-10135886CF3F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6BC159-E3BF-17F8-668C-04B903544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72A3DE-E4E8-587C-A28D-9CE1E4406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DF971-5CCB-4ECF-9D22-43528494C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4582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488FCC9-24C1-DA52-FE0F-89A4ABF587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DFD60DA-53EC-410B-306E-055164E8A6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31E08C-F8F0-D416-2D88-A8A2F0DC9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89E71-C57B-4953-8EE5-10135886CF3F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32FFC9-0012-8C72-5FBE-611D0098E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3ED9B3-824A-65A0-8C9F-56A58B871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DF971-5CCB-4ECF-9D22-43528494C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054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47F72B8-F275-7C53-735B-FC47C2221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BB01279-D5C7-50CD-5CE5-6B1A7B615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138BBF-8E68-C24E-38E7-DAC35B1622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E89E71-C57B-4953-8EE5-10135886CF3F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74800D-A4E8-8CA4-C95E-D618EA1E50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B56097-40CC-0AE9-BDFA-58CE38F7E1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ADF971-5CCB-4ECF-9D22-43528494C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0232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D218E420-BFE0-4067-86AB-AEBB6EF71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480" y="1052729"/>
            <a:ext cx="9360000" cy="481815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90BFEFD6-50C8-FCBA-78DF-644A4E25FDB9}"/>
              </a:ext>
            </a:extLst>
          </p:cNvPr>
          <p:cNvSpPr/>
          <p:nvPr/>
        </p:nvSpPr>
        <p:spPr>
          <a:xfrm>
            <a:off x="9551344" y="4853309"/>
            <a:ext cx="1224136" cy="50405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C1D04F-F097-029A-8DA3-A8197DE2516F}"/>
              </a:ext>
            </a:extLst>
          </p:cNvPr>
          <p:cNvSpPr txBox="1"/>
          <p:nvPr/>
        </p:nvSpPr>
        <p:spPr>
          <a:xfrm>
            <a:off x="910384" y="6057700"/>
            <a:ext cx="104779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Please remove ‘</a:t>
            </a:r>
            <a:r>
              <a:rPr lang="en-US" altLang="ko-KR" sz="1400" b="1" dirty="0" err="1"/>
              <a:t>displayname</a:t>
            </a:r>
            <a:r>
              <a:rPr lang="en-US" altLang="ko-KR" sz="1400" b="1" dirty="0"/>
              <a:t>, </a:t>
            </a:r>
            <a:r>
              <a:rPr lang="en-US" altLang="ko-KR" sz="1400" b="1" dirty="0" err="1"/>
              <a:t>servicename</a:t>
            </a:r>
            <a:r>
              <a:rPr lang="en-US" altLang="ko-KR" sz="1400" b="1" dirty="0"/>
              <a:t> and c:\Program Files … . As it indicates the same information as tenant name</a:t>
            </a:r>
            <a:endParaRPr lang="ko-KR" altLang="en-US" sz="1400" b="1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8CF53F80-E9A5-402D-1FC4-55E3BFE608AE}"/>
              </a:ext>
            </a:extLst>
          </p:cNvPr>
          <p:cNvCxnSpPr>
            <a:stCxn id="8" idx="0"/>
            <a:endCxn id="7" idx="1"/>
          </p:cNvCxnSpPr>
          <p:nvPr/>
        </p:nvCxnSpPr>
        <p:spPr>
          <a:xfrm flipV="1">
            <a:off x="6149351" y="5105337"/>
            <a:ext cx="3401993" cy="9523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8B81E9D-28D8-A292-A7CD-FBF75619319C}"/>
              </a:ext>
            </a:extLst>
          </p:cNvPr>
          <p:cNvSpPr txBox="1"/>
          <p:nvPr/>
        </p:nvSpPr>
        <p:spPr>
          <a:xfrm>
            <a:off x="119336" y="116632"/>
            <a:ext cx="117373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/>
              <a:t>PUBRELEASE QA SDS KW1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232092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E9111-DD57-B841-BE80-736B487A7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203D6C1-F341-3ECF-57E0-4D7C079F1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117" y="1780719"/>
            <a:ext cx="9029766" cy="46006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5F57704-7802-7C46-AA51-A01D3B93383F}"/>
              </a:ext>
            </a:extLst>
          </p:cNvPr>
          <p:cNvSpPr txBox="1"/>
          <p:nvPr/>
        </p:nvSpPr>
        <p:spPr>
          <a:xfrm>
            <a:off x="119336" y="116632"/>
            <a:ext cx="109452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/>
              <a:t>PUBRELEASE QA SDS KW1 10208-gq K8s</a:t>
            </a:r>
            <a:endParaRPr lang="ko-KR" altLang="en-US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102C0E-1637-135E-376E-0BA7C26253FE}"/>
              </a:ext>
            </a:extLst>
          </p:cNvPr>
          <p:cNvSpPr txBox="1"/>
          <p:nvPr/>
        </p:nvSpPr>
        <p:spPr>
          <a:xfrm>
            <a:off x="983432" y="1052736"/>
            <a:ext cx="37908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Please complete the dashboard on this UI</a:t>
            </a:r>
            <a:endParaRPr lang="ko-KR" altLang="en-US" sz="1400" b="1" dirty="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E4047400-6259-6803-95A0-E1283910A0EB}"/>
              </a:ext>
            </a:extLst>
          </p:cNvPr>
          <p:cNvCxnSpPr>
            <a:stCxn id="5" idx="2"/>
          </p:cNvCxnSpPr>
          <p:nvPr/>
        </p:nvCxnSpPr>
        <p:spPr>
          <a:xfrm>
            <a:off x="2878855" y="1360513"/>
            <a:ext cx="3145137" cy="25005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38B43F34-E434-D6E7-64A6-260808D18077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2878855" y="1360513"/>
            <a:ext cx="984897" cy="43727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ED7A0E02-9FBE-6473-A0C0-BF7A1DD63AA3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2878855" y="1360513"/>
            <a:ext cx="5449395" cy="38686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1228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B3B2E-2041-101A-AFB4-D8A5AB1D7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950E79E-142D-607C-2974-4F0AA9A5A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829" y="1333484"/>
            <a:ext cx="9058341" cy="41910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74603B-5EC1-BFE5-BD41-F73A386F0F6F}"/>
              </a:ext>
            </a:extLst>
          </p:cNvPr>
          <p:cNvSpPr txBox="1"/>
          <p:nvPr/>
        </p:nvSpPr>
        <p:spPr>
          <a:xfrm>
            <a:off x="119336" y="116632"/>
            <a:ext cx="117373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/>
              <a:t>PUBLICOPS QA SDS KW1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867CAAA-404D-781E-FE61-4057753D80FA}"/>
              </a:ext>
            </a:extLst>
          </p:cNvPr>
          <p:cNvSpPr/>
          <p:nvPr/>
        </p:nvSpPr>
        <p:spPr>
          <a:xfrm>
            <a:off x="9480376" y="4653136"/>
            <a:ext cx="1224136" cy="50405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D4930D-494B-43BB-549E-8FD8E2A717B1}"/>
              </a:ext>
            </a:extLst>
          </p:cNvPr>
          <p:cNvSpPr txBox="1"/>
          <p:nvPr/>
        </p:nvSpPr>
        <p:spPr>
          <a:xfrm>
            <a:off x="983432" y="6001543"/>
            <a:ext cx="104779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Please remove ‘</a:t>
            </a:r>
            <a:r>
              <a:rPr lang="en-US" altLang="ko-KR" sz="1400" b="1" dirty="0" err="1"/>
              <a:t>displayname</a:t>
            </a:r>
            <a:r>
              <a:rPr lang="en-US" altLang="ko-KR" sz="1400" b="1" dirty="0"/>
              <a:t>, </a:t>
            </a:r>
            <a:r>
              <a:rPr lang="en-US" altLang="ko-KR" sz="1400" b="1" dirty="0" err="1"/>
              <a:t>servicename</a:t>
            </a:r>
            <a:r>
              <a:rPr lang="en-US" altLang="ko-KR" sz="1400" b="1" dirty="0"/>
              <a:t> and c:\Program Files … . As it indicates the same information as tenant name</a:t>
            </a:r>
            <a:endParaRPr lang="ko-KR" altLang="en-US" sz="1400" b="1" dirty="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5B0D00DC-E1FD-63E3-83D4-96BB76180F15}"/>
              </a:ext>
            </a:extLst>
          </p:cNvPr>
          <p:cNvCxnSpPr>
            <a:stCxn id="8" idx="0"/>
            <a:endCxn id="7" idx="1"/>
          </p:cNvCxnSpPr>
          <p:nvPr/>
        </p:nvCxnSpPr>
        <p:spPr>
          <a:xfrm flipV="1">
            <a:off x="6222399" y="4905164"/>
            <a:ext cx="3257977" cy="1096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6145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65</Words>
  <Application>Microsoft Office PowerPoint</Application>
  <PresentationFormat>와이드스크린</PresentationFormat>
  <Paragraphs>6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Pongkyu Kim</dc:creator>
  <cp:lastModifiedBy>Pongkyu Kim</cp:lastModifiedBy>
  <cp:revision>1</cp:revision>
  <dcterms:created xsi:type="dcterms:W3CDTF">2025-09-05T07:13:35Z</dcterms:created>
  <dcterms:modified xsi:type="dcterms:W3CDTF">2025-09-05T07:30:59Z</dcterms:modified>
</cp:coreProperties>
</file>